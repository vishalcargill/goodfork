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800" r:id="rId11"/>
    <p:sldMasterId id="2147483775" r:id="rId12"/>
    <p:sldMasterId id="2147483804" r:id="rId13"/>
    <p:sldMasterId id="2147483742" r:id="rId14"/>
    <p:sldMasterId id="2147483734" r:id="rId15"/>
    <p:sldMasterId id="2147483762" r:id="rId16"/>
  </p:sldMasterIdLst>
  <p:notesMasterIdLst>
    <p:notesMasterId r:id="rId29"/>
  </p:notesMasterIdLst>
  <p:handoutMasterIdLst>
    <p:handoutMasterId r:id="rId30"/>
  </p:handoutMasterIdLst>
  <p:sldIdLst>
    <p:sldId id="309" r:id="rId17"/>
    <p:sldId id="331" r:id="rId18"/>
    <p:sldId id="2147480496" r:id="rId19"/>
    <p:sldId id="2147480543" r:id="rId20"/>
    <p:sldId id="256" r:id="rId21"/>
    <p:sldId id="2147480544" r:id="rId22"/>
    <p:sldId id="2147480545" r:id="rId23"/>
    <p:sldId id="2147480546" r:id="rId24"/>
    <p:sldId id="2147480547" r:id="rId25"/>
    <p:sldId id="2147480548" r:id="rId26"/>
    <p:sldId id="2147480549" r:id="rId27"/>
    <p:sldId id="2147480542" r:id="rId28"/>
  </p:sldIdLst>
  <p:sldSz cx="12192000" cy="6858000"/>
  <p:notesSz cx="7010400" cy="9296400"/>
  <p:embeddedFontLst>
    <p:embeddedFont>
      <p:font typeface="Berlin Sans FB" panose="020B0604020202020204" charset="0"/>
      <p:regular r:id="rId31"/>
      <p:bold r:id="rId32"/>
    </p:embeddedFont>
  </p:embeddedFontLst>
  <p:custDataLst>
    <p:custData r:id="rId6"/>
    <p:custData r:id="rId8"/>
    <p:custData r:id="rId5"/>
    <p:custData r:id="rId3"/>
    <p:custData r:id="rId10"/>
    <p:custData r:id="rId9"/>
    <p:custData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DE751E-3E56-CAAE-2774-813AF023E4D6}" name="Kelsie Reuter" initials="KR" userId="S::Kelsie_Reuter@cargill.com::ec175719-0ee7-4fe4-a3d0-164f79cdcbf5" providerId="AD"/>
  <p188:author id="{7184D459-6CDD-77FC-08C3-7C63B29ADC1A}" name="Louise O'Shea" initials="LO" userId="S::Louise_Oshea@cargill.com::2e5de675-8c96-408e-9ad6-771269e34bfe" providerId="AD"/>
  <p188:author id="{09E5186A-EF98-70C2-BBCD-334EACD7FCE2}" name="Danielle Ada" initials="DA" userId="S::danielle.ada@slidegenius.com::1a55ce1b-ba0a-4f58-b5e6-282c702e5b52" providerId="AD"/>
  <p188:author id="{579F8CAB-F0D4-787D-62BF-E96602591FA7}" name="Rachel Grant-Brown" initials="RG" userId="S::rachel_grant-brown@cargill.com::9f3c4750-a769-4496-b760-4e45320101ee" providerId="AD"/>
  <p188:author id="{046CE3E4-E7E3-E1A8-F804-A1FA58CC21CD}" name="Rachel Grant-Brown" initials="RGB" userId="S::Rachel_Grant-Brown@cargill.com::9f3c4750-a769-4496-b760-4e45320101e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Ferniz" initials="SF" lastIdx="13" clrIdx="0">
    <p:extLst>
      <p:ext uri="{19B8F6BF-5375-455C-9EA6-DF929625EA0E}">
        <p15:presenceInfo xmlns:p15="http://schemas.microsoft.com/office/powerpoint/2012/main" userId="Sarah Ferni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FBB"/>
    <a:srgbClr val="025929"/>
    <a:srgbClr val="016F33"/>
    <a:srgbClr val="F5F9ED"/>
    <a:srgbClr val="BDE588"/>
    <a:srgbClr val="03441F"/>
    <a:srgbClr val="00843D"/>
    <a:srgbClr val="C7E99A"/>
    <a:srgbClr val="001A33"/>
    <a:srgbClr val="9E2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BCAA2-2FEB-70A7-0B68-2C39B238E1D8}" v="135" dt="2025-11-27T00:09:25.160"/>
    <p1510:client id="{071FDC3F-2D96-5F41-A023-008C194981F8}" v="1" dt="2025-11-27T12:40:33.890"/>
    <p1510:client id="{ACE1A927-B58D-EBA5-42E8-E66AE3FF7DBB}" v="3" dt="2025-11-28T06:33:13.299"/>
    <p1510:client id="{B11BFF84-E961-E660-BE6C-411D295EF640}" v="1" dt="2025-11-27T11:27:48.071"/>
    <p1510:client id="{D7F67C3B-AF36-E412-16F5-1EFA0190A5E1}" v="20" dt="2025-11-28T10:58:52.334"/>
    <p1510:client id="{F3380AC4-F0B1-873D-1E95-EDF2598741C4}" v="28" dt="2025-11-28T10:55:27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9" Type="http://schemas.microsoft.com/office/2015/10/relationships/revisionInfo" Target="revisionInfo.xml"/><Relationship Id="rId21" Type="http://schemas.openxmlformats.org/officeDocument/2006/relationships/slide" Target="slides/slide5.xml"/><Relationship Id="rId34" Type="http://schemas.openxmlformats.org/officeDocument/2006/relationships/presProps" Target="presProps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6.xml"/><Relationship Id="rId20" Type="http://schemas.openxmlformats.org/officeDocument/2006/relationships/slide" Target="slides/slide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1.xml"/><Relationship Id="rId24" Type="http://schemas.openxmlformats.org/officeDocument/2006/relationships/slide" Target="slides/slide8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slideMaster" Target="slideMasters/slideMaster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theme" Target="theme/theme1.xml"/><Relationship Id="rId10" Type="http://schemas.openxmlformats.org/officeDocument/2006/relationships/customXml" Target="../customXml/item10.xml"/><Relationship Id="rId19" Type="http://schemas.openxmlformats.org/officeDocument/2006/relationships/slide" Target="slides/slide3.xml"/><Relationship Id="rId31" Type="http://schemas.openxmlformats.org/officeDocument/2006/relationships/font" Target="fonts/font1.fntdata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handoutMaster" Target="handoutMasters/handoutMaster1.xml"/><Relationship Id="rId35" Type="http://schemas.openxmlformats.org/officeDocument/2006/relationships/viewProps" Target="view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ay Prasad" userId="S::abhay_prasad@cargill.com::945f54a4-5cbe-4a9d-9d87-36a9106c55ac" providerId="AD" clId="Web-{F3380AC4-F0B1-873D-1E95-EDF2598741C4}"/>
    <pc:docChg chg="modSld">
      <pc:chgData name="Abhay Prasad" userId="S::abhay_prasad@cargill.com::945f54a4-5cbe-4a9d-9d87-36a9106c55ac" providerId="AD" clId="Web-{F3380AC4-F0B1-873D-1E95-EDF2598741C4}" dt="2025-11-28T10:55:27.476" v="14" actId="20577"/>
      <pc:docMkLst>
        <pc:docMk/>
      </pc:docMkLst>
      <pc:sldChg chg="modSp">
        <pc:chgData name="Abhay Prasad" userId="S::abhay_prasad@cargill.com::945f54a4-5cbe-4a9d-9d87-36a9106c55ac" providerId="AD" clId="Web-{F3380AC4-F0B1-873D-1E95-EDF2598741C4}" dt="2025-11-28T10:55:27.476" v="14" actId="20577"/>
        <pc:sldMkLst>
          <pc:docMk/>
          <pc:sldMk cId="4285688011" sldId="2147480543"/>
        </pc:sldMkLst>
        <pc:spChg chg="mod">
          <ac:chgData name="Abhay Prasad" userId="S::abhay_prasad@cargill.com::945f54a4-5cbe-4a9d-9d87-36a9106c55ac" providerId="AD" clId="Web-{F3380AC4-F0B1-873D-1E95-EDF2598741C4}" dt="2025-11-28T10:55:27.476" v="14" actId="20577"/>
          <ac:spMkLst>
            <pc:docMk/>
            <pc:sldMk cId="4285688011" sldId="2147480543"/>
            <ac:spMk id="4" creationId="{67AE9689-E917-65C3-BA9A-71E04A06941D}"/>
          </ac:spMkLst>
        </pc:spChg>
      </pc:sldChg>
    </pc:docChg>
  </pc:docChgLst>
  <pc:docChgLst>
    <pc:chgData name="Mukund Bilurkar" userId="4854df03-7fb1-4774-94ca-2cbd897aa19e" providerId="ADAL" clId="{13046179-CE51-5DE7-8110-75399EB2CFC2}"/>
    <pc:docChg chg="addSld modSld">
      <pc:chgData name="Mukund Bilurkar" userId="4854df03-7fb1-4774-94ca-2cbd897aa19e" providerId="ADAL" clId="{13046179-CE51-5DE7-8110-75399EB2CFC2}" dt="2025-11-27T12:40:33.890" v="0"/>
      <pc:docMkLst>
        <pc:docMk/>
      </pc:docMkLst>
      <pc:sldChg chg="add">
        <pc:chgData name="Mukund Bilurkar" userId="4854df03-7fb1-4774-94ca-2cbd897aa19e" providerId="ADAL" clId="{13046179-CE51-5DE7-8110-75399EB2CFC2}" dt="2025-11-27T12:40:33.890" v="0"/>
        <pc:sldMkLst>
          <pc:docMk/>
          <pc:sldMk cId="1469260981" sldId="331"/>
        </pc:sldMkLst>
      </pc:sldChg>
    </pc:docChg>
  </pc:docChgLst>
  <pc:docChgLst>
    <pc:chgData name="Palash Gothi" userId="S::palash_gothi@cargill.com::e75a7de6-215b-4159-babb-25feca11de24" providerId="AD" clId="Web-{ACE1A927-B58D-EBA5-42E8-E66AE3FF7DBB}"/>
    <pc:docChg chg="modSld">
      <pc:chgData name="Palash Gothi" userId="S::palash_gothi@cargill.com::e75a7de6-215b-4159-babb-25feca11de24" providerId="AD" clId="Web-{ACE1A927-B58D-EBA5-42E8-E66AE3FF7DBB}" dt="2025-11-28T06:33:12.002" v="1" actId="20577"/>
      <pc:docMkLst>
        <pc:docMk/>
      </pc:docMkLst>
      <pc:sldChg chg="modSp">
        <pc:chgData name="Palash Gothi" userId="S::palash_gothi@cargill.com::e75a7de6-215b-4159-babb-25feca11de24" providerId="AD" clId="Web-{ACE1A927-B58D-EBA5-42E8-E66AE3FF7DBB}" dt="2025-11-28T06:33:12.002" v="1" actId="20577"/>
        <pc:sldMkLst>
          <pc:docMk/>
          <pc:sldMk cId="2073485008" sldId="309"/>
        </pc:sldMkLst>
        <pc:spChg chg="mod">
          <ac:chgData name="Palash Gothi" userId="S::palash_gothi@cargill.com::e75a7de6-215b-4159-babb-25feca11de24" providerId="AD" clId="Web-{ACE1A927-B58D-EBA5-42E8-E66AE3FF7DBB}" dt="2025-11-28T06:33:12.002" v="1" actId="20577"/>
          <ac:spMkLst>
            <pc:docMk/>
            <pc:sldMk cId="2073485008" sldId="309"/>
            <ac:spMk id="3" creationId="{F8E1977B-FF4B-8E6B-612B-84586AB40B3D}"/>
          </ac:spMkLst>
        </pc:spChg>
      </pc:sldChg>
    </pc:docChg>
  </pc:docChgLst>
  <pc:docChgLst>
    <pc:chgData name="Abhay Prasad" userId="S::abhay_prasad@cargill.com::945f54a4-5cbe-4a9d-9d87-36a9106c55ac" providerId="AD" clId="Web-{D7F67C3B-AF36-E412-16F5-1EFA0190A5E1}"/>
    <pc:docChg chg="modSld">
      <pc:chgData name="Abhay Prasad" userId="S::abhay_prasad@cargill.com::945f54a4-5cbe-4a9d-9d87-36a9106c55ac" providerId="AD" clId="Web-{D7F67C3B-AF36-E412-16F5-1EFA0190A5E1}" dt="2025-11-28T10:58:52.334" v="16" actId="20577"/>
      <pc:docMkLst>
        <pc:docMk/>
      </pc:docMkLst>
      <pc:sldChg chg="modSp">
        <pc:chgData name="Abhay Prasad" userId="S::abhay_prasad@cargill.com::945f54a4-5cbe-4a9d-9d87-36a9106c55ac" providerId="AD" clId="Web-{D7F67C3B-AF36-E412-16F5-1EFA0190A5E1}" dt="2025-11-28T10:57:00.941" v="2" actId="20577"/>
        <pc:sldMkLst>
          <pc:docMk/>
          <pc:sldMk cId="417121367" sldId="2147480544"/>
        </pc:sldMkLst>
        <pc:spChg chg="mod">
          <ac:chgData name="Abhay Prasad" userId="S::abhay_prasad@cargill.com::945f54a4-5cbe-4a9d-9d87-36a9106c55ac" providerId="AD" clId="Web-{D7F67C3B-AF36-E412-16F5-1EFA0190A5E1}" dt="2025-11-28T10:57:00.941" v="2" actId="20577"/>
          <ac:spMkLst>
            <pc:docMk/>
            <pc:sldMk cId="417121367" sldId="2147480544"/>
            <ac:spMk id="5" creationId="{7DB986F7-C3AB-717E-BB3A-CA4292040882}"/>
          </ac:spMkLst>
        </pc:spChg>
      </pc:sldChg>
      <pc:sldChg chg="modSp">
        <pc:chgData name="Abhay Prasad" userId="S::abhay_prasad@cargill.com::945f54a4-5cbe-4a9d-9d87-36a9106c55ac" providerId="AD" clId="Web-{D7F67C3B-AF36-E412-16F5-1EFA0190A5E1}" dt="2025-11-28T10:57:33.411" v="6" actId="20577"/>
        <pc:sldMkLst>
          <pc:docMk/>
          <pc:sldMk cId="1816835531" sldId="2147480545"/>
        </pc:sldMkLst>
        <pc:spChg chg="mod">
          <ac:chgData name="Abhay Prasad" userId="S::abhay_prasad@cargill.com::945f54a4-5cbe-4a9d-9d87-36a9106c55ac" providerId="AD" clId="Web-{D7F67C3B-AF36-E412-16F5-1EFA0190A5E1}" dt="2025-11-28T10:57:33.411" v="6" actId="20577"/>
          <ac:spMkLst>
            <pc:docMk/>
            <pc:sldMk cId="1816835531" sldId="2147480545"/>
            <ac:spMk id="3" creationId="{E86C3C4B-083F-BD30-C8AB-F42B23AB2B19}"/>
          </ac:spMkLst>
        </pc:spChg>
      </pc:sldChg>
      <pc:sldChg chg="modSp">
        <pc:chgData name="Abhay Prasad" userId="S::abhay_prasad@cargill.com::945f54a4-5cbe-4a9d-9d87-36a9106c55ac" providerId="AD" clId="Web-{D7F67C3B-AF36-E412-16F5-1EFA0190A5E1}" dt="2025-11-28T10:57:57.755" v="11" actId="20577"/>
        <pc:sldMkLst>
          <pc:docMk/>
          <pc:sldMk cId="149569465" sldId="2147480546"/>
        </pc:sldMkLst>
        <pc:spChg chg="mod">
          <ac:chgData name="Abhay Prasad" userId="S::abhay_prasad@cargill.com::945f54a4-5cbe-4a9d-9d87-36a9106c55ac" providerId="AD" clId="Web-{D7F67C3B-AF36-E412-16F5-1EFA0190A5E1}" dt="2025-11-28T10:57:57.755" v="11" actId="20577"/>
          <ac:spMkLst>
            <pc:docMk/>
            <pc:sldMk cId="149569465" sldId="2147480546"/>
            <ac:spMk id="4" creationId="{C78C3387-9DCA-830F-E264-4FC7271C1440}"/>
          </ac:spMkLst>
        </pc:spChg>
      </pc:sldChg>
      <pc:sldChg chg="modSp">
        <pc:chgData name="Abhay Prasad" userId="S::abhay_prasad@cargill.com::945f54a4-5cbe-4a9d-9d87-36a9106c55ac" providerId="AD" clId="Web-{D7F67C3B-AF36-E412-16F5-1EFA0190A5E1}" dt="2025-11-28T10:58:52.334" v="16" actId="20577"/>
        <pc:sldMkLst>
          <pc:docMk/>
          <pc:sldMk cId="1587569710" sldId="2147480548"/>
        </pc:sldMkLst>
        <pc:spChg chg="mod">
          <ac:chgData name="Abhay Prasad" userId="S::abhay_prasad@cargill.com::945f54a4-5cbe-4a9d-9d87-36a9106c55ac" providerId="AD" clId="Web-{D7F67C3B-AF36-E412-16F5-1EFA0190A5E1}" dt="2025-11-28T10:58:52.334" v="16" actId="20577"/>
          <ac:spMkLst>
            <pc:docMk/>
            <pc:sldMk cId="1587569710" sldId="2147480548"/>
            <ac:spMk id="4" creationId="{75AAAAD2-D2A7-BF8E-C5CD-55DBE3E42184}"/>
          </ac:spMkLst>
        </pc:spChg>
      </pc:sldChg>
    </pc:docChg>
  </pc:docChgLst>
  <pc:docChgLst>
    <pc:chgData name="Geetha Ramachandrareddy" userId="S::geetha_ramachandrareddy@cargill.com::299c4a26-8b1a-451c-8a17-c3d6eb563f56" providerId="AD" clId="Web-{04BBCAA2-2FEB-70A7-0B68-2C39B238E1D8}"/>
    <pc:docChg chg="modSld">
      <pc:chgData name="Geetha Ramachandrareddy" userId="S::geetha_ramachandrareddy@cargill.com::299c4a26-8b1a-451c-8a17-c3d6eb563f56" providerId="AD" clId="Web-{04BBCAA2-2FEB-70A7-0B68-2C39B238E1D8}" dt="2025-11-27T00:09:25.160" v="129" actId="20577"/>
      <pc:docMkLst>
        <pc:docMk/>
      </pc:docMkLst>
      <pc:sldChg chg="modSp">
        <pc:chgData name="Geetha Ramachandrareddy" userId="S::geetha_ramachandrareddy@cargill.com::299c4a26-8b1a-451c-8a17-c3d6eb563f56" providerId="AD" clId="Web-{04BBCAA2-2FEB-70A7-0B68-2C39B238E1D8}" dt="2025-11-26T23:40:19.292" v="13" actId="20577"/>
        <pc:sldMkLst>
          <pc:docMk/>
          <pc:sldMk cId="2073485008" sldId="309"/>
        </pc:sldMkLst>
        <pc:spChg chg="mod">
          <ac:chgData name="Geetha Ramachandrareddy" userId="S::geetha_ramachandrareddy@cargill.com::299c4a26-8b1a-451c-8a17-c3d6eb563f56" providerId="AD" clId="Web-{04BBCAA2-2FEB-70A7-0B68-2C39B238E1D8}" dt="2025-11-26T23:40:19.292" v="13" actId="20577"/>
          <ac:spMkLst>
            <pc:docMk/>
            <pc:sldMk cId="2073485008" sldId="309"/>
            <ac:spMk id="7" creationId="{ACE2F111-4625-8115-D011-2F265B5D7C3E}"/>
          </ac:spMkLst>
        </pc:spChg>
      </pc:sldChg>
      <pc:sldChg chg="modSp">
        <pc:chgData name="Geetha Ramachandrareddy" userId="S::geetha_ramachandrareddy@cargill.com::299c4a26-8b1a-451c-8a17-c3d6eb563f56" providerId="AD" clId="Web-{04BBCAA2-2FEB-70A7-0B68-2C39B238E1D8}" dt="2025-11-27T00:06:27.248" v="55" actId="20577"/>
        <pc:sldMkLst>
          <pc:docMk/>
          <pc:sldMk cId="1469260981" sldId="331"/>
        </pc:sldMkLst>
        <pc:spChg chg="mod">
          <ac:chgData name="Geetha Ramachandrareddy" userId="S::geetha_ramachandrareddy@cargill.com::299c4a26-8b1a-451c-8a17-c3d6eb563f56" providerId="AD" clId="Web-{04BBCAA2-2FEB-70A7-0B68-2C39B238E1D8}" dt="2025-11-27T00:06:27.248" v="55" actId="20577"/>
          <ac:spMkLst>
            <pc:docMk/>
            <pc:sldMk cId="1469260981" sldId="331"/>
            <ac:spMk id="3" creationId="{61815319-4524-C882-6851-9C60A1735494}"/>
          </ac:spMkLst>
        </pc:spChg>
      </pc:sldChg>
      <pc:sldChg chg="modSp">
        <pc:chgData name="Geetha Ramachandrareddy" userId="S::geetha_ramachandrareddy@cargill.com::299c4a26-8b1a-451c-8a17-c3d6eb563f56" providerId="AD" clId="Web-{04BBCAA2-2FEB-70A7-0B68-2C39B238E1D8}" dt="2025-11-27T00:07:01.748" v="66" actId="20577"/>
        <pc:sldMkLst>
          <pc:docMk/>
          <pc:sldMk cId="2361458500" sldId="2147480496"/>
        </pc:sldMkLst>
        <pc:spChg chg="mod">
          <ac:chgData name="Geetha Ramachandrareddy" userId="S::geetha_ramachandrareddy@cargill.com::299c4a26-8b1a-451c-8a17-c3d6eb563f56" providerId="AD" clId="Web-{04BBCAA2-2FEB-70A7-0B68-2C39B238E1D8}" dt="2025-11-27T00:07:01.748" v="66" actId="20577"/>
          <ac:spMkLst>
            <pc:docMk/>
            <pc:sldMk cId="2361458500" sldId="2147480496"/>
            <ac:spMk id="73" creationId="{5AD27424-DAB1-124D-2FF3-6059BD2E1AB3}"/>
          </ac:spMkLst>
        </pc:spChg>
      </pc:sldChg>
      <pc:sldChg chg="addSp delSp modSp">
        <pc:chgData name="Geetha Ramachandrareddy" userId="S::geetha_ramachandrareddy@cargill.com::299c4a26-8b1a-451c-8a17-c3d6eb563f56" providerId="AD" clId="Web-{04BBCAA2-2FEB-70A7-0B68-2C39B238E1D8}" dt="2025-11-27T00:09:25.160" v="129" actId="20577"/>
        <pc:sldMkLst>
          <pc:docMk/>
          <pc:sldMk cId="4285688011" sldId="2147480543"/>
        </pc:sldMkLst>
        <pc:spChg chg="add del mod">
          <ac:chgData name="Geetha Ramachandrareddy" userId="S::geetha_ramachandrareddy@cargill.com::299c4a26-8b1a-451c-8a17-c3d6eb563f56" providerId="AD" clId="Web-{04BBCAA2-2FEB-70A7-0B68-2C39B238E1D8}" dt="2025-11-27T00:02:51.091" v="50" actId="20577"/>
          <ac:spMkLst>
            <pc:docMk/>
            <pc:sldMk cId="4285688011" sldId="2147480543"/>
            <ac:spMk id="4" creationId="{67AE9689-E917-65C3-BA9A-71E04A06941D}"/>
          </ac:spMkLst>
        </pc:spChg>
        <pc:spChg chg="mod">
          <ac:chgData name="Geetha Ramachandrareddy" userId="S::geetha_ramachandrareddy@cargill.com::299c4a26-8b1a-451c-8a17-c3d6eb563f56" providerId="AD" clId="Web-{04BBCAA2-2FEB-70A7-0B68-2C39B238E1D8}" dt="2025-11-27T00:09:25.160" v="129" actId="20577"/>
          <ac:spMkLst>
            <pc:docMk/>
            <pc:sldMk cId="4285688011" sldId="2147480543"/>
            <ac:spMk id="10" creationId="{A3517D48-5FD9-D833-AD35-D0410A1B6F8E}"/>
          </ac:spMkLst>
        </pc:spChg>
      </pc:sldChg>
    </pc:docChg>
  </pc:docChgLst>
  <pc:docChgLst>
    <pc:chgData name="Geetha Ramachandrareddy" userId="S::geetha_ramachandrareddy@cargill.com::299c4a26-8b1a-451c-8a17-c3d6eb563f56" providerId="AD" clId="Web-{42292C00-2B76-3461-FA64-D6B0703447DE}"/>
    <pc:docChg chg="mod modMainMaster">
      <pc:chgData name="Geetha Ramachandrareddy" userId="S::geetha_ramachandrareddy@cargill.com::299c4a26-8b1a-451c-8a17-c3d6eb563f56" providerId="AD" clId="Web-{42292C00-2B76-3461-FA64-D6B0703447DE}" dt="2025-11-26T11:56:25.475" v="1" actId="33475"/>
      <pc:docMkLst>
        <pc:docMk/>
      </pc:docMkLst>
      <pc:sldMasterChg chg="addSp">
        <pc:chgData name="Geetha Ramachandrareddy" userId="S::geetha_ramachandrareddy@cargill.com::299c4a26-8b1a-451c-8a17-c3d6eb563f56" providerId="AD" clId="Web-{42292C00-2B76-3461-FA64-D6B0703447DE}" dt="2025-11-26T11:56:25.475" v="0" actId="33475"/>
        <pc:sldMasterMkLst>
          <pc:docMk/>
          <pc:sldMasterMk cId="2176924892" sldId="2147483734"/>
        </pc:sldMasterMkLst>
        <pc:spChg chg="add">
          <ac:chgData name="Geetha Ramachandrareddy" userId="S::geetha_ramachandrareddy@cargill.com::299c4a26-8b1a-451c-8a17-c3d6eb563f56" providerId="AD" clId="Web-{42292C00-2B76-3461-FA64-D6B0703447DE}" dt="2025-11-26T11:56:25.475" v="0" actId="33475"/>
          <ac:spMkLst>
            <pc:docMk/>
            <pc:sldMasterMk cId="2176924892" sldId="2147483734"/>
            <ac:spMk id="3" creationId="{15DEBA01-0A45-07C1-77D8-2FD1C9428725}"/>
          </ac:spMkLst>
        </pc:spChg>
      </pc:sldMasterChg>
      <pc:sldMasterChg chg="addSp">
        <pc:chgData name="Geetha Ramachandrareddy" userId="S::geetha_ramachandrareddy@cargill.com::299c4a26-8b1a-451c-8a17-c3d6eb563f56" providerId="AD" clId="Web-{42292C00-2B76-3461-FA64-D6B0703447DE}" dt="2025-11-26T11:56:25.475" v="0" actId="33475"/>
        <pc:sldMasterMkLst>
          <pc:docMk/>
          <pc:sldMasterMk cId="568706826" sldId="2147483742"/>
        </pc:sldMasterMkLst>
        <pc:spChg chg="add">
          <ac:chgData name="Geetha Ramachandrareddy" userId="S::geetha_ramachandrareddy@cargill.com::299c4a26-8b1a-451c-8a17-c3d6eb563f56" providerId="AD" clId="Web-{42292C00-2B76-3461-FA64-D6B0703447DE}" dt="2025-11-26T11:56:25.475" v="0" actId="33475"/>
          <ac:spMkLst>
            <pc:docMk/>
            <pc:sldMasterMk cId="568706826" sldId="2147483742"/>
            <ac:spMk id="3" creationId="{25987410-C5AE-6204-7F00-3EF2E79FDF73}"/>
          </ac:spMkLst>
        </pc:spChg>
      </pc:sldMasterChg>
      <pc:sldMasterChg chg="addSp">
        <pc:chgData name="Geetha Ramachandrareddy" userId="S::geetha_ramachandrareddy@cargill.com::299c4a26-8b1a-451c-8a17-c3d6eb563f56" providerId="AD" clId="Web-{42292C00-2B76-3461-FA64-D6B0703447DE}" dt="2025-11-26T11:56:25.475" v="0" actId="33475"/>
        <pc:sldMasterMkLst>
          <pc:docMk/>
          <pc:sldMasterMk cId="1819652442" sldId="2147483762"/>
        </pc:sldMasterMkLst>
        <pc:spChg chg="add">
          <ac:chgData name="Geetha Ramachandrareddy" userId="S::geetha_ramachandrareddy@cargill.com::299c4a26-8b1a-451c-8a17-c3d6eb563f56" providerId="AD" clId="Web-{42292C00-2B76-3461-FA64-D6B0703447DE}" dt="2025-11-26T11:56:25.475" v="0" actId="33475"/>
          <ac:spMkLst>
            <pc:docMk/>
            <pc:sldMasterMk cId="1819652442" sldId="2147483762"/>
            <ac:spMk id="3" creationId="{ED349983-ACEF-7BFB-385B-BF9EE31AA238}"/>
          </ac:spMkLst>
        </pc:spChg>
      </pc:sldMasterChg>
      <pc:sldMasterChg chg="addSp">
        <pc:chgData name="Geetha Ramachandrareddy" userId="S::geetha_ramachandrareddy@cargill.com::299c4a26-8b1a-451c-8a17-c3d6eb563f56" providerId="AD" clId="Web-{42292C00-2B76-3461-FA64-D6B0703447DE}" dt="2025-11-26T11:56:25.475" v="0" actId="33475"/>
        <pc:sldMasterMkLst>
          <pc:docMk/>
          <pc:sldMasterMk cId="2510698652" sldId="2147483775"/>
        </pc:sldMasterMkLst>
        <pc:spChg chg="add">
          <ac:chgData name="Geetha Ramachandrareddy" userId="S::geetha_ramachandrareddy@cargill.com::299c4a26-8b1a-451c-8a17-c3d6eb563f56" providerId="AD" clId="Web-{42292C00-2B76-3461-FA64-D6B0703447DE}" dt="2025-11-26T11:56:25.475" v="0" actId="33475"/>
          <ac:spMkLst>
            <pc:docMk/>
            <pc:sldMasterMk cId="2510698652" sldId="2147483775"/>
            <ac:spMk id="3" creationId="{6EA81DC4-B076-32B7-6DE9-5755963C29AA}"/>
          </ac:spMkLst>
        </pc:spChg>
      </pc:sldMasterChg>
      <pc:sldMasterChg chg="addSp">
        <pc:chgData name="Geetha Ramachandrareddy" userId="S::geetha_ramachandrareddy@cargill.com::299c4a26-8b1a-451c-8a17-c3d6eb563f56" providerId="AD" clId="Web-{42292C00-2B76-3461-FA64-D6B0703447DE}" dt="2025-11-26T11:56:25.475" v="0" actId="33475"/>
        <pc:sldMasterMkLst>
          <pc:docMk/>
          <pc:sldMasterMk cId="1502917056" sldId="2147483800"/>
        </pc:sldMasterMkLst>
        <pc:spChg chg="add">
          <ac:chgData name="Geetha Ramachandrareddy" userId="S::geetha_ramachandrareddy@cargill.com::299c4a26-8b1a-451c-8a17-c3d6eb563f56" providerId="AD" clId="Web-{42292C00-2B76-3461-FA64-D6B0703447DE}" dt="2025-11-26T11:56:25.475" v="0" actId="33475"/>
          <ac:spMkLst>
            <pc:docMk/>
            <pc:sldMasterMk cId="1502917056" sldId="2147483800"/>
            <ac:spMk id="3" creationId="{6727343B-49F2-1C51-17EC-E2FEF597FF8A}"/>
          </ac:spMkLst>
        </pc:spChg>
      </pc:sldMasterChg>
      <pc:sldMasterChg chg="addSp">
        <pc:chgData name="Geetha Ramachandrareddy" userId="S::geetha_ramachandrareddy@cargill.com::299c4a26-8b1a-451c-8a17-c3d6eb563f56" providerId="AD" clId="Web-{42292C00-2B76-3461-FA64-D6B0703447DE}" dt="2025-11-26T11:56:25.475" v="0" actId="33475"/>
        <pc:sldMasterMkLst>
          <pc:docMk/>
          <pc:sldMasterMk cId="3484990274" sldId="2147483804"/>
        </pc:sldMasterMkLst>
        <pc:spChg chg="add">
          <ac:chgData name="Geetha Ramachandrareddy" userId="S::geetha_ramachandrareddy@cargill.com::299c4a26-8b1a-451c-8a17-c3d6eb563f56" providerId="AD" clId="Web-{42292C00-2B76-3461-FA64-D6B0703447DE}" dt="2025-11-26T11:56:25.475" v="0" actId="33475"/>
          <ac:spMkLst>
            <pc:docMk/>
            <pc:sldMasterMk cId="3484990274" sldId="2147483804"/>
            <ac:spMk id="3" creationId="{1E639E80-8344-323A-FF7C-02EDA61FC324}"/>
          </ac:spMkLst>
        </pc:spChg>
      </pc:sldMasterChg>
    </pc:docChg>
  </pc:docChgLst>
  <pc:docChgLst>
    <pc:chgData name="Ankita Karan" userId="S::ankita_karan@cargill.com::97f23056-00ed-41d3-95ee-f0e2644b0f46" providerId="AD" clId="Web-{B11BFF84-E961-E660-BE6C-411D295EF640}"/>
    <pc:docChg chg="delSld">
      <pc:chgData name="Ankita Karan" userId="S::ankita_karan@cargill.com::97f23056-00ed-41d3-95ee-f0e2644b0f46" providerId="AD" clId="Web-{B11BFF84-E961-E660-BE6C-411D295EF640}" dt="2025-11-27T11:27:48.071" v="0"/>
      <pc:docMkLst>
        <pc:docMk/>
      </pc:docMkLst>
      <pc:sldChg chg="del">
        <pc:chgData name="Ankita Karan" userId="S::ankita_karan@cargill.com::97f23056-00ed-41d3-95ee-f0e2644b0f46" providerId="AD" clId="Web-{B11BFF84-E961-E660-BE6C-411D295EF640}" dt="2025-11-27T11:27:48.071" v="0"/>
        <pc:sldMkLst>
          <pc:docMk/>
          <pc:sldMk cId="1469260981" sldId="3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16D55C4-E52F-4810-9BEF-96FA1E00A5B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3AB3237-2851-4DC9-9865-7658E90A74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77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619B3CA-2D0D-47C2-ADCA-6F431D6ECA53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34DAD-DF98-44E2-A25C-0E8DEB5DEE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3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5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5.sv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772DA58E-A346-969B-E30A-5F41A26CB53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103914"/>
          </a:xfrm>
          <a:custGeom>
            <a:avLst/>
            <a:gdLst>
              <a:gd name="connsiteX0" fmla="*/ 4009994 w 12192000"/>
              <a:gd name="connsiteY0" fmla="*/ 0 h 6103914"/>
              <a:gd name="connsiteX1" fmla="*/ 12192000 w 12192000"/>
              <a:gd name="connsiteY1" fmla="*/ 0 h 6103914"/>
              <a:gd name="connsiteX2" fmla="*/ 12192000 w 12192000"/>
              <a:gd name="connsiteY2" fmla="*/ 6103914 h 6103914"/>
              <a:gd name="connsiteX3" fmla="*/ 12031960 w 12192000"/>
              <a:gd name="connsiteY3" fmla="*/ 6047858 h 6103914"/>
              <a:gd name="connsiteX4" fmla="*/ 7526180 w 12192000"/>
              <a:gd name="connsiteY4" fmla="*/ 3617871 h 6103914"/>
              <a:gd name="connsiteX5" fmla="*/ 3908817 w 12192000"/>
              <a:gd name="connsiteY5" fmla="*/ 2318045 h 6103914"/>
              <a:gd name="connsiteX6" fmla="*/ 2726637 w 12192000"/>
              <a:gd name="connsiteY6" fmla="*/ 2502331 h 6103914"/>
              <a:gd name="connsiteX7" fmla="*/ 211025 w 12192000"/>
              <a:gd name="connsiteY7" fmla="*/ 4020054 h 6103914"/>
              <a:gd name="connsiteX8" fmla="*/ 0 w 12192000"/>
              <a:gd name="connsiteY8" fmla="*/ 4243335 h 6103914"/>
              <a:gd name="connsiteX9" fmla="*/ 0 w 12192000"/>
              <a:gd name="connsiteY9" fmla="*/ 2867895 h 6103914"/>
              <a:gd name="connsiteX10" fmla="*/ 273834 w 12192000"/>
              <a:gd name="connsiteY10" fmla="*/ 2577417 h 6103914"/>
              <a:gd name="connsiteX11" fmla="*/ 3910765 w 12192000"/>
              <a:gd name="connsiteY11" fmla="*/ 41413 h 6103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103914">
                <a:moveTo>
                  <a:pt x="4009994" y="0"/>
                </a:moveTo>
                <a:lnTo>
                  <a:pt x="12192000" y="0"/>
                </a:lnTo>
                <a:lnTo>
                  <a:pt x="12192000" y="6103914"/>
                </a:lnTo>
                <a:lnTo>
                  <a:pt x="12031960" y="6047858"/>
                </a:lnTo>
                <a:cubicBezTo>
                  <a:pt x="10067368" y="5309802"/>
                  <a:pt x="8388308" y="4100552"/>
                  <a:pt x="7526180" y="3617871"/>
                </a:cubicBezTo>
                <a:cubicBezTo>
                  <a:pt x="5810358" y="2656764"/>
                  <a:pt x="4795056" y="2317707"/>
                  <a:pt x="3908817" y="2318045"/>
                </a:cubicBezTo>
                <a:cubicBezTo>
                  <a:pt x="3505981" y="2318199"/>
                  <a:pt x="3129810" y="2388476"/>
                  <a:pt x="2726637" y="2502331"/>
                </a:cubicBezTo>
                <a:cubicBezTo>
                  <a:pt x="1713360" y="2788782"/>
                  <a:pt x="909072" y="3316573"/>
                  <a:pt x="211025" y="4020054"/>
                </a:cubicBezTo>
                <a:lnTo>
                  <a:pt x="0" y="4243335"/>
                </a:lnTo>
                <a:lnTo>
                  <a:pt x="0" y="2867895"/>
                </a:lnTo>
                <a:lnTo>
                  <a:pt x="273834" y="2577417"/>
                </a:lnTo>
                <a:cubicBezTo>
                  <a:pt x="1228636" y="1616562"/>
                  <a:pt x="2431292" y="694499"/>
                  <a:pt x="3910765" y="4141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Please click the icon to add an image of your choice. </a:t>
            </a:r>
          </a:p>
          <a:p>
            <a:r>
              <a:rPr lang="en-US"/>
              <a:t>Crop the image, as necessary, to showcase the best image.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4D2046D-C703-36E5-58D1-2CC9C299F2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457085"/>
            <a:ext cx="1057172" cy="4943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AF592D-6E4D-A94C-F880-D8834E078814}"/>
              </a:ext>
            </a:extLst>
          </p:cNvPr>
          <p:cNvSpPr txBox="1"/>
          <p:nvPr userDrawn="1"/>
        </p:nvSpPr>
        <p:spPr>
          <a:xfrm>
            <a:off x="533399" y="6115165"/>
            <a:ext cx="8661399" cy="5715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bg1"/>
                </a:solidFill>
              </a:rPr>
              <a:t>CONFIDENTIAL. This document contains Cargill Confidential information. Disclosure, use or reproduction outside Cargill or inside Cargill, to or by those who do not have a need to know is prohibited.</a:t>
            </a:r>
          </a:p>
          <a:p>
            <a:pPr marL="0" algn="l" defTabSz="457200" rtl="0" eaLnBrk="1" latinLnBrk="0" hangingPunct="1"/>
            <a:r>
              <a:rPr lang="en-US" altLang="en-US" sz="8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</a:t>
            </a:r>
            <a:fld id="{B785AF45-293C-49C4-8B92-E49C42EED982}" type="datetimeyyyy">
              <a:rPr lang="en-US" altLang="en-US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8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3" name="Title 28">
            <a:extLst>
              <a:ext uri="{FF2B5EF4-FFF2-40B4-BE49-F238E27FC236}">
                <a16:creationId xmlns:a16="http://schemas.microsoft.com/office/drawing/2014/main" id="{B7FA478E-3462-86DB-906B-D94F757C1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246811"/>
            <a:ext cx="8661400" cy="1106409"/>
          </a:xfrm>
          <a:prstGeom prst="rect">
            <a:avLst/>
          </a:prstGeom>
        </p:spPr>
        <p:txBody>
          <a:bodyPr lIns="0" rIns="0" anchor="b"/>
          <a:lstStyle>
            <a:lvl1pPr algn="l">
              <a:lnSpc>
                <a:spcPct val="77000"/>
              </a:lnSpc>
              <a:defRPr sz="6000" baseline="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68A3B65A-F77C-4DBA-834B-0A3DD07210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45687"/>
            <a:ext cx="8661400" cy="550346"/>
          </a:xfrm>
          <a:prstGeom prst="rect">
            <a:avLst/>
          </a:prstGeom>
        </p:spPr>
        <p:txBody>
          <a:bodyPr lIns="0" rIns="0" anchor="t"/>
          <a:lstStyle>
            <a:lvl1pPr marL="0" indent="0" algn="l">
              <a:buFontTx/>
              <a:buNone/>
              <a:defRPr sz="18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GB"/>
              <a:t>Use this space to add a subtitle</a:t>
            </a:r>
          </a:p>
        </p:txBody>
      </p:sp>
      <p:sp>
        <p:nvSpPr>
          <p:cNvPr id="5" name="Text Placeholder 30">
            <a:extLst>
              <a:ext uri="{FF2B5EF4-FFF2-40B4-BE49-F238E27FC236}">
                <a16:creationId xmlns:a16="http://schemas.microsoft.com/office/drawing/2014/main" id="{67D26C98-C21A-B9E5-0EEC-EAD86D44B78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8" y="5637351"/>
            <a:ext cx="8661400" cy="550346"/>
          </a:xfrm>
          <a:prstGeom prst="rect">
            <a:avLst/>
          </a:prstGeom>
        </p:spPr>
        <p:txBody>
          <a:bodyPr lIns="0" rIns="0" anchor="b"/>
          <a:lstStyle>
            <a:lvl1pPr marL="0" indent="0" algn="l">
              <a:buFontTx/>
              <a:buNone/>
              <a:defRPr sz="105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Use this space to add the 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396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ep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6F158FF1-E72C-F241-B12F-10891094A9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384" t="5793" r="17439" b="-5616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B1A8BB4-CF80-2703-F256-DA9D9E3044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" y="457635"/>
            <a:ext cx="1055993" cy="4937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E903DB-6128-A25B-F24C-D581E01652FA}"/>
              </a:ext>
            </a:extLst>
          </p:cNvPr>
          <p:cNvSpPr txBox="1"/>
          <p:nvPr userDrawn="1"/>
        </p:nvSpPr>
        <p:spPr>
          <a:xfrm>
            <a:off x="533399" y="6115165"/>
            <a:ext cx="8661399" cy="5715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700">
                <a:solidFill>
                  <a:schemeClr val="bg2"/>
                </a:solidFill>
              </a:rPr>
              <a:t>CONFIDENTIAL. This document contains Cargill Confidential information. Disclosure, use or reproduction outside Cargill or inside Cargill, to or by those who do not have a need to know is prohibited.</a:t>
            </a:r>
          </a:p>
          <a:p>
            <a:pPr marL="0" algn="l" defTabSz="457200" rtl="0" eaLnBrk="1" latinLnBrk="0" hangingPunct="1"/>
            <a:r>
              <a:rPr lang="en-US" altLang="en-US" sz="800" kern="1200">
                <a:solidFill>
                  <a:schemeClr val="bg2"/>
                </a:solidFill>
                <a:latin typeface="+mn-lt"/>
                <a:ea typeface="+mn-ea"/>
                <a:cs typeface="+mn-cs"/>
              </a:rPr>
              <a:t>© </a:t>
            </a:r>
            <a:fld id="{B785AF45-293C-49C4-8B92-E49C42EED982}" type="datetimeyyyy">
              <a:rPr lang="en-US" altLang="en-US" sz="800" kern="1200" smtClean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800" kern="1200">
                <a:solidFill>
                  <a:schemeClr val="bg2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3" name="Title 28">
            <a:extLst>
              <a:ext uri="{FF2B5EF4-FFF2-40B4-BE49-F238E27FC236}">
                <a16:creationId xmlns:a16="http://schemas.microsoft.com/office/drawing/2014/main" id="{28D9A390-D5A9-592C-489F-8F44B67F2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246811"/>
            <a:ext cx="8661400" cy="1106409"/>
          </a:xfrm>
          <a:prstGeom prst="rect">
            <a:avLst/>
          </a:prstGeom>
        </p:spPr>
        <p:txBody>
          <a:bodyPr lIns="0" rIns="0" anchor="b"/>
          <a:lstStyle>
            <a:lvl1pPr algn="l">
              <a:lnSpc>
                <a:spcPct val="77000"/>
              </a:lnSpc>
              <a:defRPr sz="6000" baseline="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CC152CEF-7492-E5D7-7593-10A65E0E86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45687"/>
            <a:ext cx="8661400" cy="550346"/>
          </a:xfrm>
          <a:prstGeom prst="rect">
            <a:avLst/>
          </a:prstGeom>
        </p:spPr>
        <p:txBody>
          <a:bodyPr lIns="0" rIns="0" anchor="t"/>
          <a:lstStyle>
            <a:lvl1pPr marL="0" indent="0" algn="l">
              <a:buFontTx/>
              <a:buNone/>
              <a:defRPr sz="18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GB"/>
              <a:t>Use this space to add a subtitle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67EE7443-8C9B-1273-B25D-F50A7E9C79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398" y="5637351"/>
            <a:ext cx="8661400" cy="550346"/>
          </a:xfrm>
          <a:prstGeom prst="rect">
            <a:avLst/>
          </a:prstGeom>
        </p:spPr>
        <p:txBody>
          <a:bodyPr lIns="0" rIns="0" anchor="b"/>
          <a:lstStyle>
            <a:lvl1pPr marL="0" indent="0" algn="l">
              <a:buFontTx/>
              <a:buNone/>
              <a:defRPr sz="105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Use this space to add a 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726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rgill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E71D3E61-8C37-3876-2606-9B16FEA843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6445226"/>
            <a:ext cx="606218" cy="2834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1CED1F-CE02-0511-F920-78A8C0C1914E}"/>
              </a:ext>
            </a:extLst>
          </p:cNvPr>
          <p:cNvSpPr txBox="1"/>
          <p:nvPr userDrawn="1"/>
        </p:nvSpPr>
        <p:spPr>
          <a:xfrm>
            <a:off x="11222858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996B5273-46EB-4870-A6B0-6E7F43CBD6D0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65E252-78F1-A35D-34EE-15640988103C}"/>
              </a:ext>
            </a:extLst>
          </p:cNvPr>
          <p:cNvCxnSpPr>
            <a:cxnSpLocks/>
          </p:cNvCxnSpPr>
          <p:nvPr userDrawn="1"/>
        </p:nvCxnSpPr>
        <p:spPr>
          <a:xfrm>
            <a:off x="533400" y="6286500"/>
            <a:ext cx="11125200" cy="0"/>
          </a:xfrm>
          <a:prstGeom prst="line">
            <a:avLst/>
          </a:prstGeom>
          <a:ln w="1587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CD97EA5D-86F3-A12B-8EA2-FE7482D8C5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095306"/>
            <a:ext cx="11125200" cy="550346"/>
          </a:xfrm>
          <a:prstGeom prst="rect">
            <a:avLst/>
          </a:prstGeom>
        </p:spPr>
        <p:txBody>
          <a:bodyPr anchor="b"/>
          <a:lstStyle>
            <a:lvl1pPr marL="0" indent="0" algn="l">
              <a:buFontTx/>
              <a:buNone/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Use this space to add a subtitle to the transition slide</a:t>
            </a:r>
          </a:p>
        </p:txBody>
      </p:sp>
      <p:sp>
        <p:nvSpPr>
          <p:cNvPr id="5" name="Title 28">
            <a:extLst>
              <a:ext uri="{FF2B5EF4-FFF2-40B4-BE49-F238E27FC236}">
                <a16:creationId xmlns:a16="http://schemas.microsoft.com/office/drawing/2014/main" id="{EB46F8A8-4337-29C5-D0FE-85D7A714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735591"/>
            <a:ext cx="11125200" cy="110640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77000"/>
              </a:lnSpc>
              <a:defRPr sz="600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98696-4235-A0F0-763B-D107907713E6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23483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gill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E71D3E61-8C37-3876-2606-9B16FEA843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6445226"/>
            <a:ext cx="606218" cy="2834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1CED1F-CE02-0511-F920-78A8C0C1914E}"/>
              </a:ext>
            </a:extLst>
          </p:cNvPr>
          <p:cNvSpPr txBox="1"/>
          <p:nvPr userDrawn="1"/>
        </p:nvSpPr>
        <p:spPr>
          <a:xfrm>
            <a:off x="11222858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996B5273-46EB-4870-A6B0-6E7F43CBD6D0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65E252-78F1-A35D-34EE-15640988103C}"/>
              </a:ext>
            </a:extLst>
          </p:cNvPr>
          <p:cNvCxnSpPr>
            <a:cxnSpLocks/>
          </p:cNvCxnSpPr>
          <p:nvPr userDrawn="1"/>
        </p:nvCxnSpPr>
        <p:spPr>
          <a:xfrm>
            <a:off x="533400" y="6286500"/>
            <a:ext cx="11125200" cy="0"/>
          </a:xfrm>
          <a:prstGeom prst="line">
            <a:avLst/>
          </a:prstGeom>
          <a:ln w="1587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CD97EA5D-86F3-A12B-8EA2-FE7482D8C5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095306"/>
            <a:ext cx="11125200" cy="550346"/>
          </a:xfrm>
          <a:prstGeom prst="rect">
            <a:avLst/>
          </a:prstGeom>
        </p:spPr>
        <p:txBody>
          <a:bodyPr anchor="b"/>
          <a:lstStyle>
            <a:lvl1pPr marL="0" indent="0" algn="l">
              <a:buFontTx/>
              <a:buNone/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Use this space to add a subtitle to the transition slide</a:t>
            </a:r>
          </a:p>
        </p:txBody>
      </p:sp>
      <p:sp>
        <p:nvSpPr>
          <p:cNvPr id="5" name="Title 28">
            <a:extLst>
              <a:ext uri="{FF2B5EF4-FFF2-40B4-BE49-F238E27FC236}">
                <a16:creationId xmlns:a16="http://schemas.microsoft.com/office/drawing/2014/main" id="{EB46F8A8-4337-29C5-D0FE-85D7A714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735591"/>
            <a:ext cx="11125200" cy="110640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77000"/>
              </a:lnSpc>
              <a:defRPr sz="6000" baseline="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98696-4235-A0F0-763B-D107907713E6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55127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0A95763-48C8-DE4B-6F0E-8DE97FCBA1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6445226"/>
            <a:ext cx="606218" cy="2834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9F1A4C-8590-C3BE-48DC-3D6BEE0316BE}"/>
              </a:ext>
            </a:extLst>
          </p:cNvPr>
          <p:cNvSpPr txBox="1"/>
          <p:nvPr userDrawn="1"/>
        </p:nvSpPr>
        <p:spPr>
          <a:xfrm>
            <a:off x="11222858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996B5273-46EB-4870-A6B0-6E7F43CBD6D0}" type="slidenum">
              <a:rPr lang="en-US" sz="1000" smtClean="0">
                <a:solidFill>
                  <a:schemeClr val="bg2"/>
                </a:solidFill>
              </a:rPr>
              <a:pPr algn="r"/>
              <a:t>‹#›</a:t>
            </a:fld>
            <a:endParaRPr lang="en-US" sz="1400">
              <a:solidFill>
                <a:schemeClr val="bg2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D090F2-31F9-E03A-A482-D4E5B8D70729}"/>
              </a:ext>
            </a:extLst>
          </p:cNvPr>
          <p:cNvCxnSpPr>
            <a:cxnSpLocks/>
          </p:cNvCxnSpPr>
          <p:nvPr userDrawn="1"/>
        </p:nvCxnSpPr>
        <p:spPr>
          <a:xfrm>
            <a:off x="533400" y="6286500"/>
            <a:ext cx="11125200" cy="0"/>
          </a:xfrm>
          <a:prstGeom prst="line">
            <a:avLst/>
          </a:prstGeom>
          <a:ln w="15875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ED315B3D-FBAC-C46B-5E50-291F2FD63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095306"/>
            <a:ext cx="11125200" cy="550346"/>
          </a:xfrm>
          <a:prstGeom prst="rect">
            <a:avLst/>
          </a:prstGeom>
        </p:spPr>
        <p:txBody>
          <a:bodyPr anchor="b"/>
          <a:lstStyle>
            <a:lvl1pPr marL="0" indent="0" algn="l">
              <a:buFontTx/>
              <a:buNone/>
              <a:defRPr sz="1600" b="0">
                <a:solidFill>
                  <a:srgbClr val="BDE588"/>
                </a:solidFill>
              </a:defRPr>
            </a:lvl1pPr>
          </a:lstStyle>
          <a:p>
            <a:pPr lvl="0"/>
            <a:r>
              <a:rPr lang="en-GB"/>
              <a:t>Use this space to add a subtitle to the transition slide</a:t>
            </a:r>
          </a:p>
        </p:txBody>
      </p:sp>
      <p:sp>
        <p:nvSpPr>
          <p:cNvPr id="7" name="Title 28">
            <a:extLst>
              <a:ext uri="{FF2B5EF4-FFF2-40B4-BE49-F238E27FC236}">
                <a16:creationId xmlns:a16="http://schemas.microsoft.com/office/drawing/2014/main" id="{7CECCB7F-D60F-DE52-5B97-2DB020992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735591"/>
            <a:ext cx="11125200" cy="110640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77000"/>
              </a:lnSpc>
              <a:defRPr sz="6000" baseline="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649F6F-1650-677C-7A59-EAC3AA0C81EB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bg2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bg2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78275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503B6A7-B82D-DAD9-5FFE-249BD192463A}"/>
              </a:ext>
            </a:extLst>
          </p:cNvPr>
          <p:cNvSpPr txBox="1"/>
          <p:nvPr userDrawn="1"/>
        </p:nvSpPr>
        <p:spPr>
          <a:xfrm>
            <a:off x="11222858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996B5273-46EB-4870-A6B0-6E7F43CBD6D0}" type="slidenum">
              <a:rPr lang="en-US" sz="1000" smtClean="0">
                <a:solidFill>
                  <a:schemeClr val="tx1"/>
                </a:solidFill>
              </a:rPr>
              <a:pPr algn="r"/>
              <a:t>‹#›</a:t>
            </a:fld>
            <a:endParaRPr lang="en-US" sz="140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83E711-366D-A12B-98BF-D63E545D2240}"/>
              </a:ext>
            </a:extLst>
          </p:cNvPr>
          <p:cNvCxnSpPr>
            <a:cxnSpLocks/>
          </p:cNvCxnSpPr>
          <p:nvPr userDrawn="1"/>
        </p:nvCxnSpPr>
        <p:spPr>
          <a:xfrm>
            <a:off x="533400" y="6286500"/>
            <a:ext cx="11125200" cy="0"/>
          </a:xfrm>
          <a:prstGeom prst="line">
            <a:avLst/>
          </a:prstGeom>
          <a:ln w="1587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97BCA8F-4D60-B19B-C34D-598024984D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095306"/>
            <a:ext cx="11125200" cy="550346"/>
          </a:xfrm>
          <a:prstGeom prst="rect">
            <a:avLst/>
          </a:prstGeom>
        </p:spPr>
        <p:txBody>
          <a:bodyPr anchor="b"/>
          <a:lstStyle>
            <a:lvl1pPr marL="0" indent="0" algn="l">
              <a:buFontTx/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Use this space to add a subtitle to the transition slide</a:t>
            </a:r>
          </a:p>
        </p:txBody>
      </p:sp>
      <p:sp>
        <p:nvSpPr>
          <p:cNvPr id="36" name="Title 28">
            <a:extLst>
              <a:ext uri="{FF2B5EF4-FFF2-40B4-BE49-F238E27FC236}">
                <a16:creationId xmlns:a16="http://schemas.microsoft.com/office/drawing/2014/main" id="{0F7FC169-4452-EDB8-AA94-41C139330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735591"/>
            <a:ext cx="11125200" cy="110640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77000"/>
              </a:lnSpc>
              <a:defRPr sz="6000"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C3A3F-A207-7695-0088-8E00EE2DC92D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57628C1-E993-78A5-07C9-29E5B9EC32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1" y="6445226"/>
            <a:ext cx="606217" cy="2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81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me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503B6A7-B82D-DAD9-5FFE-249BD192463A}"/>
              </a:ext>
            </a:extLst>
          </p:cNvPr>
          <p:cNvSpPr txBox="1"/>
          <p:nvPr userDrawn="1"/>
        </p:nvSpPr>
        <p:spPr>
          <a:xfrm>
            <a:off x="11222858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996B5273-46EB-4870-A6B0-6E7F43CBD6D0}" type="slidenum">
              <a:rPr lang="en-US" sz="1000" smtClean="0">
                <a:solidFill>
                  <a:schemeClr val="accent2"/>
                </a:solidFill>
              </a:rPr>
              <a:pPr algn="r"/>
              <a:t>‹#›</a:t>
            </a:fld>
            <a:endParaRPr lang="en-US" sz="1400">
              <a:solidFill>
                <a:schemeClr val="accent2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83E711-366D-A12B-98BF-D63E545D2240}"/>
              </a:ext>
            </a:extLst>
          </p:cNvPr>
          <p:cNvCxnSpPr>
            <a:cxnSpLocks/>
          </p:cNvCxnSpPr>
          <p:nvPr userDrawn="1"/>
        </p:nvCxnSpPr>
        <p:spPr>
          <a:xfrm>
            <a:off x="533400" y="6286500"/>
            <a:ext cx="11125200" cy="0"/>
          </a:xfrm>
          <a:prstGeom prst="line">
            <a:avLst/>
          </a:prstGeom>
          <a:ln w="15875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C851D34-5ED3-4071-EC58-33D4243EAE6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33400" y="6445226"/>
            <a:ext cx="607202" cy="283464"/>
            <a:chOff x="4341119" y="2569059"/>
            <a:chExt cx="3277631" cy="1530117"/>
          </a:xfrm>
          <a:solidFill>
            <a:schemeClr val="accent2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34437CE-9CA1-2EEC-B2C6-DC58DA24F96D}"/>
                </a:ext>
              </a:extLst>
            </p:cNvPr>
            <p:cNvSpPr/>
            <p:nvPr userDrawn="1"/>
          </p:nvSpPr>
          <p:spPr>
            <a:xfrm>
              <a:off x="7494703" y="3771645"/>
              <a:ext cx="124047" cy="120329"/>
            </a:xfrm>
            <a:custGeom>
              <a:avLst/>
              <a:gdLst>
                <a:gd name="connsiteX0" fmla="*/ 62137 w 124047"/>
                <a:gd name="connsiteY0" fmla="*/ 120330 h 120329"/>
                <a:gd name="connsiteX1" fmla="*/ 30727 w 124047"/>
                <a:gd name="connsiteY1" fmla="*/ 112288 h 120329"/>
                <a:gd name="connsiteX2" fmla="*/ 8270 w 124047"/>
                <a:gd name="connsiteY2" fmla="*/ 90437 h 120329"/>
                <a:gd name="connsiteX3" fmla="*/ 0 w 124047"/>
                <a:gd name="connsiteY3" fmla="*/ 60165 h 120329"/>
                <a:gd name="connsiteX4" fmla="*/ 8270 w 124047"/>
                <a:gd name="connsiteY4" fmla="*/ 29893 h 120329"/>
                <a:gd name="connsiteX5" fmla="*/ 30727 w 124047"/>
                <a:gd name="connsiteY5" fmla="*/ 8042 h 120329"/>
                <a:gd name="connsiteX6" fmla="*/ 62137 w 124047"/>
                <a:gd name="connsiteY6" fmla="*/ 0 h 120329"/>
                <a:gd name="connsiteX7" fmla="*/ 93396 w 124047"/>
                <a:gd name="connsiteY7" fmla="*/ 8042 h 120329"/>
                <a:gd name="connsiteX8" fmla="*/ 115853 w 124047"/>
                <a:gd name="connsiteY8" fmla="*/ 29893 h 120329"/>
                <a:gd name="connsiteX9" fmla="*/ 124047 w 124047"/>
                <a:gd name="connsiteY9" fmla="*/ 60165 h 120329"/>
                <a:gd name="connsiteX10" fmla="*/ 115853 w 124047"/>
                <a:gd name="connsiteY10" fmla="*/ 90437 h 120329"/>
                <a:gd name="connsiteX11" fmla="*/ 93396 w 124047"/>
                <a:gd name="connsiteY11" fmla="*/ 112288 h 120329"/>
                <a:gd name="connsiteX12" fmla="*/ 62137 w 124047"/>
                <a:gd name="connsiteY12" fmla="*/ 120330 h 120329"/>
                <a:gd name="connsiteX13" fmla="*/ 62137 w 124047"/>
                <a:gd name="connsiteY13" fmla="*/ 110998 h 120329"/>
                <a:gd name="connsiteX14" fmla="*/ 88616 w 124047"/>
                <a:gd name="connsiteY14" fmla="*/ 104246 h 120329"/>
                <a:gd name="connsiteX15" fmla="*/ 107432 w 124047"/>
                <a:gd name="connsiteY15" fmla="*/ 85885 h 120329"/>
                <a:gd name="connsiteX16" fmla="*/ 114260 w 124047"/>
                <a:gd name="connsiteY16" fmla="*/ 60165 h 120329"/>
                <a:gd name="connsiteX17" fmla="*/ 107432 w 124047"/>
                <a:gd name="connsiteY17" fmla="*/ 34445 h 120329"/>
                <a:gd name="connsiteX18" fmla="*/ 88616 w 124047"/>
                <a:gd name="connsiteY18" fmla="*/ 16009 h 120329"/>
                <a:gd name="connsiteX19" fmla="*/ 62213 w 124047"/>
                <a:gd name="connsiteY19" fmla="*/ 9256 h 120329"/>
                <a:gd name="connsiteX20" fmla="*/ 35659 w 124047"/>
                <a:gd name="connsiteY20" fmla="*/ 16009 h 120329"/>
                <a:gd name="connsiteX21" fmla="*/ 16843 w 124047"/>
                <a:gd name="connsiteY21" fmla="*/ 34445 h 120329"/>
                <a:gd name="connsiteX22" fmla="*/ 9939 w 124047"/>
                <a:gd name="connsiteY22" fmla="*/ 60165 h 120329"/>
                <a:gd name="connsiteX23" fmla="*/ 16843 w 124047"/>
                <a:gd name="connsiteY23" fmla="*/ 85885 h 120329"/>
                <a:gd name="connsiteX24" fmla="*/ 35659 w 124047"/>
                <a:gd name="connsiteY24" fmla="*/ 104246 h 120329"/>
                <a:gd name="connsiteX25" fmla="*/ 62213 w 124047"/>
                <a:gd name="connsiteY25" fmla="*/ 110998 h 120329"/>
                <a:gd name="connsiteX26" fmla="*/ 38390 w 124047"/>
                <a:gd name="connsiteY26" fmla="*/ 92637 h 120329"/>
                <a:gd name="connsiteX27" fmla="*/ 38390 w 124047"/>
                <a:gd name="connsiteY27" fmla="*/ 26251 h 120329"/>
                <a:gd name="connsiteX28" fmla="*/ 66007 w 124047"/>
                <a:gd name="connsiteY28" fmla="*/ 26251 h 120329"/>
                <a:gd name="connsiteX29" fmla="*/ 77918 w 124047"/>
                <a:gd name="connsiteY29" fmla="*/ 28375 h 120329"/>
                <a:gd name="connsiteX30" fmla="*/ 85657 w 124047"/>
                <a:gd name="connsiteY30" fmla="*/ 34597 h 120329"/>
                <a:gd name="connsiteX31" fmla="*/ 88388 w 124047"/>
                <a:gd name="connsiteY31" fmla="*/ 44536 h 120329"/>
                <a:gd name="connsiteX32" fmla="*/ 86643 w 124047"/>
                <a:gd name="connsiteY32" fmla="*/ 52730 h 120329"/>
                <a:gd name="connsiteX33" fmla="*/ 81029 w 124047"/>
                <a:gd name="connsiteY33" fmla="*/ 58799 h 120329"/>
                <a:gd name="connsiteX34" fmla="*/ 71014 w 124047"/>
                <a:gd name="connsiteY34" fmla="*/ 61834 h 120329"/>
                <a:gd name="connsiteX35" fmla="*/ 71318 w 124047"/>
                <a:gd name="connsiteY35" fmla="*/ 59179 h 120329"/>
                <a:gd name="connsiteX36" fmla="*/ 79739 w 124047"/>
                <a:gd name="connsiteY36" fmla="*/ 61151 h 120329"/>
                <a:gd name="connsiteX37" fmla="*/ 84671 w 124047"/>
                <a:gd name="connsiteY37" fmla="*/ 65779 h 120329"/>
                <a:gd name="connsiteX38" fmla="*/ 86643 w 124047"/>
                <a:gd name="connsiteY38" fmla="*/ 73215 h 120329"/>
                <a:gd name="connsiteX39" fmla="*/ 87402 w 124047"/>
                <a:gd name="connsiteY39" fmla="*/ 83533 h 120329"/>
                <a:gd name="connsiteX40" fmla="*/ 88388 w 124047"/>
                <a:gd name="connsiteY40" fmla="*/ 88540 h 120329"/>
                <a:gd name="connsiteX41" fmla="*/ 90437 w 124047"/>
                <a:gd name="connsiteY41" fmla="*/ 92637 h 120329"/>
                <a:gd name="connsiteX42" fmla="*/ 81408 w 124047"/>
                <a:gd name="connsiteY42" fmla="*/ 92637 h 120329"/>
                <a:gd name="connsiteX43" fmla="*/ 79663 w 124047"/>
                <a:gd name="connsiteY43" fmla="*/ 88996 h 120329"/>
                <a:gd name="connsiteX44" fmla="*/ 78905 w 124047"/>
                <a:gd name="connsiteY44" fmla="*/ 83533 h 120329"/>
                <a:gd name="connsiteX45" fmla="*/ 78298 w 124047"/>
                <a:gd name="connsiteY45" fmla="*/ 75187 h 120329"/>
                <a:gd name="connsiteX46" fmla="*/ 76856 w 124047"/>
                <a:gd name="connsiteY46" fmla="*/ 68890 h 120329"/>
                <a:gd name="connsiteX47" fmla="*/ 73366 w 124047"/>
                <a:gd name="connsiteY47" fmla="*/ 65628 h 120329"/>
                <a:gd name="connsiteX48" fmla="*/ 66993 w 124047"/>
                <a:gd name="connsiteY48" fmla="*/ 64641 h 120329"/>
                <a:gd name="connsiteX49" fmla="*/ 41577 w 124047"/>
                <a:gd name="connsiteY49" fmla="*/ 64641 h 120329"/>
                <a:gd name="connsiteX50" fmla="*/ 41577 w 124047"/>
                <a:gd name="connsiteY50" fmla="*/ 56675 h 120329"/>
                <a:gd name="connsiteX51" fmla="*/ 66690 w 124047"/>
                <a:gd name="connsiteY51" fmla="*/ 56675 h 120329"/>
                <a:gd name="connsiteX52" fmla="*/ 73518 w 124047"/>
                <a:gd name="connsiteY52" fmla="*/ 55385 h 120329"/>
                <a:gd name="connsiteX53" fmla="*/ 77843 w 124047"/>
                <a:gd name="connsiteY53" fmla="*/ 51592 h 120329"/>
                <a:gd name="connsiteX54" fmla="*/ 79360 w 124047"/>
                <a:gd name="connsiteY54" fmla="*/ 45522 h 120329"/>
                <a:gd name="connsiteX55" fmla="*/ 77843 w 124047"/>
                <a:gd name="connsiteY55" fmla="*/ 39301 h 120329"/>
                <a:gd name="connsiteX56" fmla="*/ 73290 w 124047"/>
                <a:gd name="connsiteY56" fmla="*/ 35507 h 120329"/>
                <a:gd name="connsiteX57" fmla="*/ 65931 w 124047"/>
                <a:gd name="connsiteY57" fmla="*/ 34217 h 120329"/>
                <a:gd name="connsiteX58" fmla="*/ 43018 w 124047"/>
                <a:gd name="connsiteY58" fmla="*/ 34217 h 120329"/>
                <a:gd name="connsiteX59" fmla="*/ 47115 w 124047"/>
                <a:gd name="connsiteY59" fmla="*/ 30120 h 120329"/>
                <a:gd name="connsiteX60" fmla="*/ 47115 w 124047"/>
                <a:gd name="connsiteY60" fmla="*/ 92637 h 120329"/>
                <a:gd name="connsiteX61" fmla="*/ 38390 w 124047"/>
                <a:gd name="connsiteY61" fmla="*/ 92637 h 12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24047" h="120329">
                  <a:moveTo>
                    <a:pt x="62137" y="120330"/>
                  </a:moveTo>
                  <a:cubicBezTo>
                    <a:pt x="50681" y="120330"/>
                    <a:pt x="40211" y="117675"/>
                    <a:pt x="30727" y="112288"/>
                  </a:cubicBezTo>
                  <a:cubicBezTo>
                    <a:pt x="21243" y="106901"/>
                    <a:pt x="13732" y="99693"/>
                    <a:pt x="8270" y="90437"/>
                  </a:cubicBezTo>
                  <a:cubicBezTo>
                    <a:pt x="2807" y="81257"/>
                    <a:pt x="0" y="71166"/>
                    <a:pt x="0" y="60165"/>
                  </a:cubicBezTo>
                  <a:cubicBezTo>
                    <a:pt x="0" y="49164"/>
                    <a:pt x="2731" y="39073"/>
                    <a:pt x="8270" y="29893"/>
                  </a:cubicBezTo>
                  <a:cubicBezTo>
                    <a:pt x="13732" y="20713"/>
                    <a:pt x="21243" y="13429"/>
                    <a:pt x="30727" y="8042"/>
                  </a:cubicBezTo>
                  <a:cubicBezTo>
                    <a:pt x="40211" y="2655"/>
                    <a:pt x="50681" y="0"/>
                    <a:pt x="62137" y="0"/>
                  </a:cubicBezTo>
                  <a:cubicBezTo>
                    <a:pt x="73594" y="0"/>
                    <a:pt x="83912" y="2655"/>
                    <a:pt x="93396" y="8042"/>
                  </a:cubicBezTo>
                  <a:cubicBezTo>
                    <a:pt x="102880" y="13429"/>
                    <a:pt x="110315" y="20637"/>
                    <a:pt x="115853" y="29893"/>
                  </a:cubicBezTo>
                  <a:cubicBezTo>
                    <a:pt x="121316" y="39073"/>
                    <a:pt x="124047" y="49164"/>
                    <a:pt x="124047" y="60165"/>
                  </a:cubicBezTo>
                  <a:cubicBezTo>
                    <a:pt x="124047" y="71166"/>
                    <a:pt x="121316" y="81257"/>
                    <a:pt x="115853" y="90437"/>
                  </a:cubicBezTo>
                  <a:cubicBezTo>
                    <a:pt x="110391" y="99617"/>
                    <a:pt x="102880" y="106901"/>
                    <a:pt x="93396" y="112288"/>
                  </a:cubicBezTo>
                  <a:cubicBezTo>
                    <a:pt x="83912" y="117675"/>
                    <a:pt x="73518" y="120330"/>
                    <a:pt x="62137" y="120330"/>
                  </a:cubicBezTo>
                  <a:close/>
                  <a:moveTo>
                    <a:pt x="62137" y="110998"/>
                  </a:moveTo>
                  <a:cubicBezTo>
                    <a:pt x="71849" y="110998"/>
                    <a:pt x="80650" y="108722"/>
                    <a:pt x="88616" y="104246"/>
                  </a:cubicBezTo>
                  <a:cubicBezTo>
                    <a:pt x="96582" y="99769"/>
                    <a:pt x="102804" y="93624"/>
                    <a:pt x="107432" y="85885"/>
                  </a:cubicBezTo>
                  <a:cubicBezTo>
                    <a:pt x="111984" y="78146"/>
                    <a:pt x="114260" y="69573"/>
                    <a:pt x="114260" y="60165"/>
                  </a:cubicBezTo>
                  <a:cubicBezTo>
                    <a:pt x="114260" y="50757"/>
                    <a:pt x="111984" y="42184"/>
                    <a:pt x="107432" y="34445"/>
                  </a:cubicBezTo>
                  <a:cubicBezTo>
                    <a:pt x="102880" y="26630"/>
                    <a:pt x="96582" y="20485"/>
                    <a:pt x="88616" y="16009"/>
                  </a:cubicBezTo>
                  <a:cubicBezTo>
                    <a:pt x="80650" y="11456"/>
                    <a:pt x="71849" y="9256"/>
                    <a:pt x="62213" y="9256"/>
                  </a:cubicBezTo>
                  <a:cubicBezTo>
                    <a:pt x="52578" y="9256"/>
                    <a:pt x="43625" y="11532"/>
                    <a:pt x="35659" y="16009"/>
                  </a:cubicBezTo>
                  <a:cubicBezTo>
                    <a:pt x="27692" y="20561"/>
                    <a:pt x="21395" y="26706"/>
                    <a:pt x="16843" y="34445"/>
                  </a:cubicBezTo>
                  <a:cubicBezTo>
                    <a:pt x="12291" y="42184"/>
                    <a:pt x="9939" y="50833"/>
                    <a:pt x="9939" y="60165"/>
                  </a:cubicBezTo>
                  <a:cubicBezTo>
                    <a:pt x="9939" y="69497"/>
                    <a:pt x="12215" y="78146"/>
                    <a:pt x="16843" y="85885"/>
                  </a:cubicBezTo>
                  <a:cubicBezTo>
                    <a:pt x="21395" y="93624"/>
                    <a:pt x="27692" y="99769"/>
                    <a:pt x="35659" y="104246"/>
                  </a:cubicBezTo>
                  <a:cubicBezTo>
                    <a:pt x="43625" y="108722"/>
                    <a:pt x="52502" y="110998"/>
                    <a:pt x="62213" y="110998"/>
                  </a:cubicBezTo>
                  <a:close/>
                  <a:moveTo>
                    <a:pt x="38390" y="92637"/>
                  </a:moveTo>
                  <a:lnTo>
                    <a:pt x="38390" y="26251"/>
                  </a:lnTo>
                  <a:lnTo>
                    <a:pt x="66007" y="26251"/>
                  </a:lnTo>
                  <a:cubicBezTo>
                    <a:pt x="70559" y="26251"/>
                    <a:pt x="74504" y="26934"/>
                    <a:pt x="77918" y="28375"/>
                  </a:cubicBezTo>
                  <a:cubicBezTo>
                    <a:pt x="81333" y="29817"/>
                    <a:pt x="83836" y="31866"/>
                    <a:pt x="85657" y="34597"/>
                  </a:cubicBezTo>
                  <a:cubicBezTo>
                    <a:pt x="87478" y="37328"/>
                    <a:pt x="88388" y="40666"/>
                    <a:pt x="88388" y="44536"/>
                  </a:cubicBezTo>
                  <a:cubicBezTo>
                    <a:pt x="88388" y="47571"/>
                    <a:pt x="87781" y="50302"/>
                    <a:pt x="86643" y="52730"/>
                  </a:cubicBezTo>
                  <a:cubicBezTo>
                    <a:pt x="85505" y="55158"/>
                    <a:pt x="83609" y="57130"/>
                    <a:pt x="81029" y="58799"/>
                  </a:cubicBezTo>
                  <a:cubicBezTo>
                    <a:pt x="78449" y="60468"/>
                    <a:pt x="75111" y="61455"/>
                    <a:pt x="71014" y="61834"/>
                  </a:cubicBezTo>
                  <a:lnTo>
                    <a:pt x="71318" y="59179"/>
                  </a:lnTo>
                  <a:cubicBezTo>
                    <a:pt x="74732" y="59406"/>
                    <a:pt x="77539" y="60013"/>
                    <a:pt x="79739" y="61151"/>
                  </a:cubicBezTo>
                  <a:cubicBezTo>
                    <a:pt x="81939" y="62289"/>
                    <a:pt x="83609" y="63807"/>
                    <a:pt x="84671" y="65779"/>
                  </a:cubicBezTo>
                  <a:cubicBezTo>
                    <a:pt x="85733" y="67752"/>
                    <a:pt x="86416" y="70256"/>
                    <a:pt x="86643" y="73215"/>
                  </a:cubicBezTo>
                  <a:lnTo>
                    <a:pt x="87402" y="83533"/>
                  </a:lnTo>
                  <a:cubicBezTo>
                    <a:pt x="87554" y="85506"/>
                    <a:pt x="87857" y="87175"/>
                    <a:pt x="88388" y="88540"/>
                  </a:cubicBezTo>
                  <a:cubicBezTo>
                    <a:pt x="88919" y="89906"/>
                    <a:pt x="89526" y="91272"/>
                    <a:pt x="90437" y="92637"/>
                  </a:cubicBezTo>
                  <a:lnTo>
                    <a:pt x="81408" y="92637"/>
                  </a:lnTo>
                  <a:cubicBezTo>
                    <a:pt x="80574" y="91651"/>
                    <a:pt x="80043" y="90437"/>
                    <a:pt x="79663" y="88996"/>
                  </a:cubicBezTo>
                  <a:cubicBezTo>
                    <a:pt x="79284" y="87554"/>
                    <a:pt x="79056" y="85733"/>
                    <a:pt x="78905" y="83533"/>
                  </a:cubicBezTo>
                  <a:lnTo>
                    <a:pt x="78298" y="75187"/>
                  </a:lnTo>
                  <a:cubicBezTo>
                    <a:pt x="78070" y="72532"/>
                    <a:pt x="77615" y="70407"/>
                    <a:pt x="76856" y="68890"/>
                  </a:cubicBezTo>
                  <a:cubicBezTo>
                    <a:pt x="76097" y="67373"/>
                    <a:pt x="74959" y="66235"/>
                    <a:pt x="73366" y="65628"/>
                  </a:cubicBezTo>
                  <a:cubicBezTo>
                    <a:pt x="71773" y="65021"/>
                    <a:pt x="69648" y="64641"/>
                    <a:pt x="66993" y="64641"/>
                  </a:cubicBezTo>
                  <a:lnTo>
                    <a:pt x="41577" y="64641"/>
                  </a:lnTo>
                  <a:lnTo>
                    <a:pt x="41577" y="56675"/>
                  </a:lnTo>
                  <a:lnTo>
                    <a:pt x="66690" y="56675"/>
                  </a:lnTo>
                  <a:cubicBezTo>
                    <a:pt x="69345" y="56675"/>
                    <a:pt x="71621" y="56220"/>
                    <a:pt x="73518" y="55385"/>
                  </a:cubicBezTo>
                  <a:cubicBezTo>
                    <a:pt x="75415" y="54551"/>
                    <a:pt x="76856" y="53261"/>
                    <a:pt x="77843" y="51592"/>
                  </a:cubicBezTo>
                  <a:cubicBezTo>
                    <a:pt x="78829" y="49923"/>
                    <a:pt x="79360" y="47950"/>
                    <a:pt x="79360" y="45522"/>
                  </a:cubicBezTo>
                  <a:cubicBezTo>
                    <a:pt x="79360" y="43094"/>
                    <a:pt x="78829" y="41046"/>
                    <a:pt x="77843" y="39301"/>
                  </a:cubicBezTo>
                  <a:cubicBezTo>
                    <a:pt x="76780" y="37632"/>
                    <a:pt x="75263" y="36342"/>
                    <a:pt x="73290" y="35507"/>
                  </a:cubicBezTo>
                  <a:cubicBezTo>
                    <a:pt x="71318" y="34673"/>
                    <a:pt x="68814" y="34217"/>
                    <a:pt x="65931" y="34217"/>
                  </a:cubicBezTo>
                  <a:lnTo>
                    <a:pt x="43018" y="34217"/>
                  </a:lnTo>
                  <a:lnTo>
                    <a:pt x="47115" y="30120"/>
                  </a:lnTo>
                  <a:lnTo>
                    <a:pt x="47115" y="92637"/>
                  </a:lnTo>
                  <a:lnTo>
                    <a:pt x="38390" y="92637"/>
                  </a:lnTo>
                  <a:close/>
                </a:path>
              </a:pathLst>
            </a:custGeom>
            <a:grpFill/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F1C1B5B-2A30-103B-1247-8E257FDBEDBF}"/>
                </a:ext>
              </a:extLst>
            </p:cNvPr>
            <p:cNvSpPr/>
            <p:nvPr userDrawn="1"/>
          </p:nvSpPr>
          <p:spPr>
            <a:xfrm>
              <a:off x="7239022" y="2989880"/>
              <a:ext cx="379728" cy="874402"/>
            </a:xfrm>
            <a:custGeom>
              <a:avLst/>
              <a:gdLst>
                <a:gd name="connsiteX0" fmla="*/ 379729 w 379728"/>
                <a:gd name="connsiteY0" fmla="*/ 0 h 874402"/>
                <a:gd name="connsiteX1" fmla="*/ 198552 w 379728"/>
                <a:gd name="connsiteY1" fmla="*/ 874403 h 874402"/>
                <a:gd name="connsiteX2" fmla="*/ 0 w 379728"/>
                <a:gd name="connsiteY2" fmla="*/ 874403 h 874402"/>
                <a:gd name="connsiteX3" fmla="*/ 180722 w 379728"/>
                <a:gd name="connsiteY3" fmla="*/ 0 h 874402"/>
                <a:gd name="connsiteX4" fmla="*/ 379653 w 379728"/>
                <a:gd name="connsiteY4" fmla="*/ 0 h 87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8" h="874402">
                  <a:moveTo>
                    <a:pt x="379729" y="0"/>
                  </a:moveTo>
                  <a:cubicBezTo>
                    <a:pt x="372976" y="32017"/>
                    <a:pt x="203331" y="853159"/>
                    <a:pt x="198552" y="874403"/>
                  </a:cubicBezTo>
                  <a:lnTo>
                    <a:pt x="0" y="874403"/>
                  </a:lnTo>
                  <a:cubicBezTo>
                    <a:pt x="6449" y="842234"/>
                    <a:pt x="176473" y="21244"/>
                    <a:pt x="180722" y="0"/>
                  </a:cubicBezTo>
                  <a:lnTo>
                    <a:pt x="379653" y="0"/>
                  </a:lnTo>
                </a:path>
              </a:pathLst>
            </a:custGeom>
            <a:grpFill/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C150BEB-6887-5686-3586-10032D5A3D1F}"/>
                </a:ext>
              </a:extLst>
            </p:cNvPr>
            <p:cNvSpPr/>
            <p:nvPr userDrawn="1"/>
          </p:nvSpPr>
          <p:spPr>
            <a:xfrm>
              <a:off x="6920293" y="2989880"/>
              <a:ext cx="379728" cy="874402"/>
            </a:xfrm>
            <a:custGeom>
              <a:avLst/>
              <a:gdLst>
                <a:gd name="connsiteX0" fmla="*/ 379729 w 379728"/>
                <a:gd name="connsiteY0" fmla="*/ 0 h 874402"/>
                <a:gd name="connsiteX1" fmla="*/ 198627 w 379728"/>
                <a:gd name="connsiteY1" fmla="*/ 874403 h 874402"/>
                <a:gd name="connsiteX2" fmla="*/ 0 w 379728"/>
                <a:gd name="connsiteY2" fmla="*/ 874403 h 874402"/>
                <a:gd name="connsiteX3" fmla="*/ 180722 w 379728"/>
                <a:gd name="connsiteY3" fmla="*/ 0 h 874402"/>
                <a:gd name="connsiteX4" fmla="*/ 379653 w 379728"/>
                <a:gd name="connsiteY4" fmla="*/ 0 h 87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8" h="874402">
                  <a:moveTo>
                    <a:pt x="379729" y="0"/>
                  </a:moveTo>
                  <a:cubicBezTo>
                    <a:pt x="372900" y="32017"/>
                    <a:pt x="203255" y="853159"/>
                    <a:pt x="198627" y="874403"/>
                  </a:cubicBezTo>
                  <a:lnTo>
                    <a:pt x="0" y="874403"/>
                  </a:lnTo>
                  <a:cubicBezTo>
                    <a:pt x="6373" y="842234"/>
                    <a:pt x="176473" y="21244"/>
                    <a:pt x="180722" y="0"/>
                  </a:cubicBezTo>
                  <a:lnTo>
                    <a:pt x="379653" y="0"/>
                  </a:lnTo>
                </a:path>
              </a:pathLst>
            </a:custGeom>
            <a:grpFill/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A65EDEC-85D6-E0E2-461B-C6B19A6568D9}"/>
                </a:ext>
              </a:extLst>
            </p:cNvPr>
            <p:cNvSpPr/>
            <p:nvPr userDrawn="1"/>
          </p:nvSpPr>
          <p:spPr>
            <a:xfrm>
              <a:off x="6600501" y="3208613"/>
              <a:ext cx="334434" cy="655669"/>
            </a:xfrm>
            <a:custGeom>
              <a:avLst/>
              <a:gdLst>
                <a:gd name="connsiteX0" fmla="*/ 334434 w 334434"/>
                <a:gd name="connsiteY0" fmla="*/ 0 h 655669"/>
                <a:gd name="connsiteX1" fmla="*/ 198627 w 334434"/>
                <a:gd name="connsiteY1" fmla="*/ 655669 h 655669"/>
                <a:gd name="connsiteX2" fmla="*/ 0 w 334434"/>
                <a:gd name="connsiteY2" fmla="*/ 655669 h 655669"/>
                <a:gd name="connsiteX3" fmla="*/ 135504 w 334434"/>
                <a:gd name="connsiteY3" fmla="*/ 0 h 655669"/>
                <a:gd name="connsiteX4" fmla="*/ 334434 w 334434"/>
                <a:gd name="connsiteY4" fmla="*/ 0 h 65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434" h="655669">
                  <a:moveTo>
                    <a:pt x="334434" y="0"/>
                  </a:moveTo>
                  <a:cubicBezTo>
                    <a:pt x="327758" y="31562"/>
                    <a:pt x="203255" y="634805"/>
                    <a:pt x="198627" y="655669"/>
                  </a:cubicBezTo>
                  <a:lnTo>
                    <a:pt x="0" y="655669"/>
                  </a:lnTo>
                  <a:cubicBezTo>
                    <a:pt x="6449" y="624032"/>
                    <a:pt x="131255" y="20940"/>
                    <a:pt x="135504" y="0"/>
                  </a:cubicBezTo>
                  <a:lnTo>
                    <a:pt x="334434" y="0"/>
                  </a:lnTo>
                </a:path>
              </a:pathLst>
            </a:custGeom>
            <a:grpFill/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E83B548-74FC-E763-360A-1CBDA92B1E9C}"/>
                </a:ext>
              </a:extLst>
            </p:cNvPr>
            <p:cNvSpPr/>
            <p:nvPr userDrawn="1"/>
          </p:nvSpPr>
          <p:spPr>
            <a:xfrm>
              <a:off x="5985866" y="3190784"/>
              <a:ext cx="654542" cy="908392"/>
            </a:xfrm>
            <a:custGeom>
              <a:avLst/>
              <a:gdLst>
                <a:gd name="connsiteX0" fmla="*/ 240369 w 654542"/>
                <a:gd name="connsiteY0" fmla="*/ 336939 h 908392"/>
                <a:gd name="connsiteX1" fmla="*/ 240748 w 654542"/>
                <a:gd name="connsiteY1" fmla="*/ 495659 h 908392"/>
                <a:gd name="connsiteX2" fmla="*/ 285284 w 654542"/>
                <a:gd name="connsiteY2" fmla="*/ 513565 h 908392"/>
                <a:gd name="connsiteX3" fmla="*/ 396889 w 654542"/>
                <a:gd name="connsiteY3" fmla="*/ 342857 h 908392"/>
                <a:gd name="connsiteX4" fmla="*/ 399772 w 654542"/>
                <a:gd name="connsiteY4" fmla="*/ 158720 h 908392"/>
                <a:gd name="connsiteX5" fmla="*/ 357360 w 654542"/>
                <a:gd name="connsiteY5" fmla="*/ 141422 h 908392"/>
                <a:gd name="connsiteX6" fmla="*/ 240445 w 654542"/>
                <a:gd name="connsiteY6" fmla="*/ 337015 h 908392"/>
                <a:gd name="connsiteX7" fmla="*/ 58130 w 654542"/>
                <a:gd name="connsiteY7" fmla="*/ 614700 h 908392"/>
                <a:gd name="connsiteX8" fmla="*/ 37797 w 654542"/>
                <a:gd name="connsiteY8" fmla="*/ 351430 h 908392"/>
                <a:gd name="connsiteX9" fmla="*/ 310093 w 654542"/>
                <a:gd name="connsiteY9" fmla="*/ 0 h 908392"/>
                <a:gd name="connsiteX10" fmla="*/ 436341 w 654542"/>
                <a:gd name="connsiteY10" fmla="*/ 99845 h 908392"/>
                <a:gd name="connsiteX11" fmla="*/ 437403 w 654542"/>
                <a:gd name="connsiteY11" fmla="*/ 112667 h 908392"/>
                <a:gd name="connsiteX12" fmla="*/ 451363 w 654542"/>
                <a:gd name="connsiteY12" fmla="*/ 112667 h 908392"/>
                <a:gd name="connsiteX13" fmla="*/ 470937 w 654542"/>
                <a:gd name="connsiteY13" fmla="*/ 17905 h 908392"/>
                <a:gd name="connsiteX14" fmla="*/ 654543 w 654542"/>
                <a:gd name="connsiteY14" fmla="*/ 17905 h 908392"/>
                <a:gd name="connsiteX15" fmla="*/ 518053 w 654542"/>
                <a:gd name="connsiteY15" fmla="*/ 673575 h 908392"/>
                <a:gd name="connsiteX16" fmla="*/ 200689 w 654542"/>
                <a:gd name="connsiteY16" fmla="*/ 908393 h 908392"/>
                <a:gd name="connsiteX17" fmla="*/ 317 w 654542"/>
                <a:gd name="connsiteY17" fmla="*/ 776379 h 908392"/>
                <a:gd name="connsiteX18" fmla="*/ 2821 w 654542"/>
                <a:gd name="connsiteY18" fmla="*/ 729491 h 908392"/>
                <a:gd name="connsiteX19" fmla="*/ 181798 w 654542"/>
                <a:gd name="connsiteY19" fmla="*/ 729491 h 908392"/>
                <a:gd name="connsiteX20" fmla="*/ 181798 w 654542"/>
                <a:gd name="connsiteY20" fmla="*/ 729643 h 908392"/>
                <a:gd name="connsiteX21" fmla="*/ 188247 w 654542"/>
                <a:gd name="connsiteY21" fmla="*/ 775696 h 908392"/>
                <a:gd name="connsiteX22" fmla="*/ 230278 w 654542"/>
                <a:gd name="connsiteY22" fmla="*/ 795574 h 908392"/>
                <a:gd name="connsiteX23" fmla="*/ 321626 w 654542"/>
                <a:gd name="connsiteY23" fmla="*/ 699598 h 908392"/>
                <a:gd name="connsiteX24" fmla="*/ 351898 w 654542"/>
                <a:gd name="connsiteY24" fmla="*/ 552562 h 908392"/>
                <a:gd name="connsiteX25" fmla="*/ 337255 w 654542"/>
                <a:gd name="connsiteY25" fmla="*/ 552562 h 908392"/>
                <a:gd name="connsiteX26" fmla="*/ 333006 w 654542"/>
                <a:gd name="connsiteY26" fmla="*/ 559466 h 908392"/>
                <a:gd name="connsiteX27" fmla="*/ 156533 w 654542"/>
                <a:gd name="connsiteY27" fmla="*/ 654911 h 908392"/>
                <a:gd name="connsiteX28" fmla="*/ 58130 w 654542"/>
                <a:gd name="connsiteY28" fmla="*/ 614775 h 908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4542" h="908392">
                  <a:moveTo>
                    <a:pt x="240369" y="336939"/>
                  </a:moveTo>
                  <a:cubicBezTo>
                    <a:pt x="220415" y="434281"/>
                    <a:pt x="221098" y="471457"/>
                    <a:pt x="240748" y="495659"/>
                  </a:cubicBezTo>
                  <a:cubicBezTo>
                    <a:pt x="250687" y="507799"/>
                    <a:pt x="265330" y="513565"/>
                    <a:pt x="285284" y="513565"/>
                  </a:cubicBezTo>
                  <a:cubicBezTo>
                    <a:pt x="341352" y="513565"/>
                    <a:pt x="368361" y="479651"/>
                    <a:pt x="396889" y="342857"/>
                  </a:cubicBezTo>
                  <a:cubicBezTo>
                    <a:pt x="417222" y="244833"/>
                    <a:pt x="419422" y="182695"/>
                    <a:pt x="399772" y="158720"/>
                  </a:cubicBezTo>
                  <a:cubicBezTo>
                    <a:pt x="390516" y="147112"/>
                    <a:pt x="376328" y="141422"/>
                    <a:pt x="357360" y="141422"/>
                  </a:cubicBezTo>
                  <a:cubicBezTo>
                    <a:pt x="299623" y="141422"/>
                    <a:pt x="268593" y="200221"/>
                    <a:pt x="240445" y="337015"/>
                  </a:cubicBezTo>
                  <a:moveTo>
                    <a:pt x="58130" y="614700"/>
                  </a:moveTo>
                  <a:cubicBezTo>
                    <a:pt x="18146" y="565612"/>
                    <a:pt x="10332" y="488679"/>
                    <a:pt x="37797" y="351430"/>
                  </a:cubicBezTo>
                  <a:cubicBezTo>
                    <a:pt x="98037" y="52730"/>
                    <a:pt x="211387" y="0"/>
                    <a:pt x="310093" y="0"/>
                  </a:cubicBezTo>
                  <a:cubicBezTo>
                    <a:pt x="357133" y="0"/>
                    <a:pt x="427768" y="17374"/>
                    <a:pt x="436341" y="99845"/>
                  </a:cubicBezTo>
                  <a:lnTo>
                    <a:pt x="437403" y="112667"/>
                  </a:lnTo>
                  <a:lnTo>
                    <a:pt x="451363" y="112667"/>
                  </a:lnTo>
                  <a:cubicBezTo>
                    <a:pt x="451363" y="112667"/>
                    <a:pt x="467372" y="35052"/>
                    <a:pt x="470937" y="17905"/>
                  </a:cubicBezTo>
                  <a:lnTo>
                    <a:pt x="654543" y="17905"/>
                  </a:lnTo>
                  <a:cubicBezTo>
                    <a:pt x="647790" y="50150"/>
                    <a:pt x="518053" y="673575"/>
                    <a:pt x="518053" y="673575"/>
                  </a:cubicBezTo>
                  <a:cubicBezTo>
                    <a:pt x="485581" y="830322"/>
                    <a:pt x="385053" y="908393"/>
                    <a:pt x="200689" y="908393"/>
                  </a:cubicBezTo>
                  <a:cubicBezTo>
                    <a:pt x="29527" y="908393"/>
                    <a:pt x="4262" y="807561"/>
                    <a:pt x="317" y="776379"/>
                  </a:cubicBezTo>
                  <a:cubicBezTo>
                    <a:pt x="-1125" y="764543"/>
                    <a:pt x="2821" y="729491"/>
                    <a:pt x="2821" y="729491"/>
                  </a:cubicBezTo>
                  <a:lnTo>
                    <a:pt x="181798" y="729491"/>
                  </a:lnTo>
                  <a:lnTo>
                    <a:pt x="181798" y="729643"/>
                  </a:lnTo>
                  <a:cubicBezTo>
                    <a:pt x="181798" y="745651"/>
                    <a:pt x="182860" y="769095"/>
                    <a:pt x="188247" y="775696"/>
                  </a:cubicBezTo>
                  <a:cubicBezTo>
                    <a:pt x="195682" y="784800"/>
                    <a:pt x="201751" y="795574"/>
                    <a:pt x="230278" y="795574"/>
                  </a:cubicBezTo>
                  <a:cubicBezTo>
                    <a:pt x="267758" y="795574"/>
                    <a:pt x="303796" y="784573"/>
                    <a:pt x="321626" y="699598"/>
                  </a:cubicBezTo>
                  <a:lnTo>
                    <a:pt x="351898" y="552562"/>
                  </a:lnTo>
                  <a:lnTo>
                    <a:pt x="337255" y="552562"/>
                  </a:lnTo>
                  <a:lnTo>
                    <a:pt x="333006" y="559466"/>
                  </a:lnTo>
                  <a:cubicBezTo>
                    <a:pt x="296589" y="622894"/>
                    <a:pt x="228533" y="654911"/>
                    <a:pt x="156533" y="654911"/>
                  </a:cubicBezTo>
                  <a:cubicBezTo>
                    <a:pt x="112301" y="654911"/>
                    <a:pt x="79904" y="641785"/>
                    <a:pt x="58130" y="614775"/>
                  </a:cubicBezTo>
                  <a:close/>
                </a:path>
              </a:pathLst>
            </a:custGeom>
            <a:grpFill/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9501AFD-9413-E076-042E-9D7293547457}"/>
                </a:ext>
              </a:extLst>
            </p:cNvPr>
            <p:cNvSpPr/>
            <p:nvPr userDrawn="1"/>
          </p:nvSpPr>
          <p:spPr>
            <a:xfrm>
              <a:off x="5542799" y="3190708"/>
              <a:ext cx="522667" cy="673574"/>
            </a:xfrm>
            <a:custGeom>
              <a:avLst/>
              <a:gdLst>
                <a:gd name="connsiteX0" fmla="*/ 503472 w 522667"/>
                <a:gd name="connsiteY0" fmla="*/ 0 h 673574"/>
                <a:gd name="connsiteX1" fmla="*/ 323054 w 522667"/>
                <a:gd name="connsiteY1" fmla="*/ 118964 h 673574"/>
                <a:gd name="connsiteX2" fmla="*/ 319185 w 522667"/>
                <a:gd name="connsiteY2" fmla="*/ 126475 h 673574"/>
                <a:gd name="connsiteX3" fmla="*/ 304542 w 522667"/>
                <a:gd name="connsiteY3" fmla="*/ 126475 h 673574"/>
                <a:gd name="connsiteX4" fmla="*/ 326999 w 522667"/>
                <a:gd name="connsiteY4" fmla="*/ 17905 h 673574"/>
                <a:gd name="connsiteX5" fmla="*/ 309853 w 522667"/>
                <a:gd name="connsiteY5" fmla="*/ 17905 h 673574"/>
                <a:gd name="connsiteX6" fmla="*/ 309853 w 522667"/>
                <a:gd name="connsiteY6" fmla="*/ 17754 h 673574"/>
                <a:gd name="connsiteX7" fmla="*/ 120861 w 522667"/>
                <a:gd name="connsiteY7" fmla="*/ 17754 h 673574"/>
                <a:gd name="connsiteX8" fmla="*/ 122985 w 522667"/>
                <a:gd name="connsiteY8" fmla="*/ 43929 h 673574"/>
                <a:gd name="connsiteX9" fmla="*/ 114791 w 522667"/>
                <a:gd name="connsiteY9" fmla="*/ 118433 h 673574"/>
                <a:gd name="connsiteX10" fmla="*/ 0 w 522667"/>
                <a:gd name="connsiteY10" fmla="*/ 673575 h 673574"/>
                <a:gd name="connsiteX11" fmla="*/ 198931 w 522667"/>
                <a:gd name="connsiteY11" fmla="*/ 673575 h 673574"/>
                <a:gd name="connsiteX12" fmla="*/ 273435 w 522667"/>
                <a:gd name="connsiteY12" fmla="*/ 311826 h 673574"/>
                <a:gd name="connsiteX13" fmla="*/ 439893 w 522667"/>
                <a:gd name="connsiteY13" fmla="*/ 179433 h 673574"/>
                <a:gd name="connsiteX14" fmla="*/ 484808 w 522667"/>
                <a:gd name="connsiteY14" fmla="*/ 182316 h 673574"/>
                <a:gd name="connsiteX15" fmla="*/ 522667 w 522667"/>
                <a:gd name="connsiteY15" fmla="*/ 0 h 673574"/>
                <a:gd name="connsiteX16" fmla="*/ 503397 w 522667"/>
                <a:gd name="connsiteY16" fmla="*/ 0 h 673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22667" h="673574">
                  <a:moveTo>
                    <a:pt x="503472" y="0"/>
                  </a:moveTo>
                  <a:cubicBezTo>
                    <a:pt x="438224" y="0"/>
                    <a:pt x="360837" y="45750"/>
                    <a:pt x="323054" y="118964"/>
                  </a:cubicBezTo>
                  <a:lnTo>
                    <a:pt x="319185" y="126475"/>
                  </a:lnTo>
                  <a:lnTo>
                    <a:pt x="304542" y="126475"/>
                  </a:lnTo>
                  <a:cubicBezTo>
                    <a:pt x="304542" y="126475"/>
                    <a:pt x="321992" y="41956"/>
                    <a:pt x="326999" y="17905"/>
                  </a:cubicBezTo>
                  <a:lnTo>
                    <a:pt x="309853" y="17905"/>
                  </a:lnTo>
                  <a:lnTo>
                    <a:pt x="309853" y="17754"/>
                  </a:lnTo>
                  <a:lnTo>
                    <a:pt x="120861" y="17754"/>
                  </a:lnTo>
                  <a:cubicBezTo>
                    <a:pt x="121923" y="26023"/>
                    <a:pt x="122985" y="34673"/>
                    <a:pt x="122985" y="43929"/>
                  </a:cubicBezTo>
                  <a:cubicBezTo>
                    <a:pt x="122985" y="65021"/>
                    <a:pt x="120102" y="89223"/>
                    <a:pt x="114791" y="118433"/>
                  </a:cubicBezTo>
                  <a:cubicBezTo>
                    <a:pt x="78070" y="296500"/>
                    <a:pt x="4931" y="649524"/>
                    <a:pt x="0" y="673575"/>
                  </a:cubicBezTo>
                  <a:lnTo>
                    <a:pt x="198931" y="673575"/>
                  </a:lnTo>
                  <a:cubicBezTo>
                    <a:pt x="211373" y="612044"/>
                    <a:pt x="273435" y="311826"/>
                    <a:pt x="273435" y="311826"/>
                  </a:cubicBezTo>
                  <a:cubicBezTo>
                    <a:pt x="292327" y="221465"/>
                    <a:pt x="345056" y="179433"/>
                    <a:pt x="439893" y="179433"/>
                  </a:cubicBezTo>
                  <a:cubicBezTo>
                    <a:pt x="456281" y="179433"/>
                    <a:pt x="470924" y="180343"/>
                    <a:pt x="484808" y="182316"/>
                  </a:cubicBezTo>
                  <a:cubicBezTo>
                    <a:pt x="489512" y="161072"/>
                    <a:pt x="517281" y="26858"/>
                    <a:pt x="522667" y="0"/>
                  </a:cubicBezTo>
                  <a:lnTo>
                    <a:pt x="503397" y="0"/>
                  </a:lnTo>
                </a:path>
              </a:pathLst>
            </a:custGeom>
            <a:grpFill/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9D68787-3398-6C8C-672D-C4CDA7A1F8F8}"/>
                </a:ext>
              </a:extLst>
            </p:cNvPr>
            <p:cNvSpPr/>
            <p:nvPr userDrawn="1"/>
          </p:nvSpPr>
          <p:spPr>
            <a:xfrm>
              <a:off x="4953743" y="3190632"/>
              <a:ext cx="607265" cy="691404"/>
            </a:xfrm>
            <a:custGeom>
              <a:avLst/>
              <a:gdLst>
                <a:gd name="connsiteX0" fmla="*/ 386636 w 607265"/>
                <a:gd name="connsiteY0" fmla="*/ 343767 h 691404"/>
                <a:gd name="connsiteX1" fmla="*/ 375635 w 607265"/>
                <a:gd name="connsiteY1" fmla="*/ 350065 h 691404"/>
                <a:gd name="connsiteX2" fmla="*/ 320705 w 607265"/>
                <a:gd name="connsiteY2" fmla="*/ 363190 h 691404"/>
                <a:gd name="connsiteX3" fmla="*/ 278294 w 607265"/>
                <a:gd name="connsiteY3" fmla="*/ 376543 h 691404"/>
                <a:gd name="connsiteX4" fmla="*/ 204851 w 607265"/>
                <a:gd name="connsiteY4" fmla="*/ 475023 h 691404"/>
                <a:gd name="connsiteX5" fmla="*/ 215928 w 607265"/>
                <a:gd name="connsiteY5" fmla="*/ 547479 h 691404"/>
                <a:gd name="connsiteX6" fmla="*/ 259098 w 607265"/>
                <a:gd name="connsiteY6" fmla="*/ 566522 h 691404"/>
                <a:gd name="connsiteX7" fmla="*/ 366758 w 607265"/>
                <a:gd name="connsiteY7" fmla="*/ 442930 h 691404"/>
                <a:gd name="connsiteX8" fmla="*/ 387091 w 607265"/>
                <a:gd name="connsiteY8" fmla="*/ 343767 h 691404"/>
                <a:gd name="connsiteX9" fmla="*/ 386712 w 607265"/>
                <a:gd name="connsiteY9" fmla="*/ 343767 h 691404"/>
                <a:gd name="connsiteX10" fmla="*/ 388760 w 607265"/>
                <a:gd name="connsiteY10" fmla="*/ 76 h 691404"/>
                <a:gd name="connsiteX11" fmla="*/ 581621 w 607265"/>
                <a:gd name="connsiteY11" fmla="*/ 55765 h 691404"/>
                <a:gd name="connsiteX12" fmla="*/ 607265 w 607265"/>
                <a:gd name="connsiteY12" fmla="*/ 138387 h 691404"/>
                <a:gd name="connsiteX13" fmla="*/ 599754 w 607265"/>
                <a:gd name="connsiteY13" fmla="*/ 203180 h 691404"/>
                <a:gd name="connsiteX14" fmla="*/ 530637 w 607265"/>
                <a:gd name="connsiteY14" fmla="*/ 536933 h 691404"/>
                <a:gd name="connsiteX15" fmla="*/ 515690 w 607265"/>
                <a:gd name="connsiteY15" fmla="*/ 647703 h 691404"/>
                <a:gd name="connsiteX16" fmla="*/ 517815 w 607265"/>
                <a:gd name="connsiteY16" fmla="*/ 673651 h 691404"/>
                <a:gd name="connsiteX17" fmla="*/ 328823 w 607265"/>
                <a:gd name="connsiteY17" fmla="*/ 673651 h 691404"/>
                <a:gd name="connsiteX18" fmla="*/ 328444 w 607265"/>
                <a:gd name="connsiteY18" fmla="*/ 667657 h 691404"/>
                <a:gd name="connsiteX19" fmla="*/ 330568 w 607265"/>
                <a:gd name="connsiteY19" fmla="*/ 623956 h 691404"/>
                <a:gd name="connsiteX20" fmla="*/ 332692 w 607265"/>
                <a:gd name="connsiteY20" fmla="*/ 596643 h 691404"/>
                <a:gd name="connsiteX21" fmla="*/ 321995 w 607265"/>
                <a:gd name="connsiteY21" fmla="*/ 596643 h 691404"/>
                <a:gd name="connsiteX22" fmla="*/ 318049 w 607265"/>
                <a:gd name="connsiteY22" fmla="*/ 603016 h 691404"/>
                <a:gd name="connsiteX23" fmla="*/ 140817 w 607265"/>
                <a:gd name="connsiteY23" fmla="*/ 691404 h 691404"/>
                <a:gd name="connsiteX24" fmla="*/ 24281 w 607265"/>
                <a:gd name="connsiteY24" fmla="*/ 649600 h 691404"/>
                <a:gd name="connsiteX25" fmla="*/ 6831 w 607265"/>
                <a:gd name="connsiteY25" fmla="*/ 507419 h 691404"/>
                <a:gd name="connsiteX26" fmla="*/ 231406 w 607265"/>
                <a:gd name="connsiteY26" fmla="*/ 298245 h 691404"/>
                <a:gd name="connsiteX27" fmla="*/ 325485 w 607265"/>
                <a:gd name="connsiteY27" fmla="*/ 276698 h 691404"/>
                <a:gd name="connsiteX28" fmla="*/ 418577 w 607265"/>
                <a:gd name="connsiteY28" fmla="*/ 191344 h 691404"/>
                <a:gd name="connsiteX29" fmla="*/ 409700 w 607265"/>
                <a:gd name="connsiteY29" fmla="*/ 130421 h 691404"/>
                <a:gd name="connsiteX30" fmla="*/ 359778 w 607265"/>
                <a:gd name="connsiteY30" fmla="*/ 111226 h 691404"/>
                <a:gd name="connsiteX31" fmla="*/ 265623 w 607265"/>
                <a:gd name="connsiteY31" fmla="*/ 202118 h 691404"/>
                <a:gd name="connsiteX32" fmla="*/ 97040 w 607265"/>
                <a:gd name="connsiteY32" fmla="*/ 202118 h 691404"/>
                <a:gd name="connsiteX33" fmla="*/ 388684 w 607265"/>
                <a:gd name="connsiteY33" fmla="*/ 0 h 691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7265" h="691404">
                  <a:moveTo>
                    <a:pt x="386636" y="343767"/>
                  </a:moveTo>
                  <a:cubicBezTo>
                    <a:pt x="386636" y="343767"/>
                    <a:pt x="382766" y="347182"/>
                    <a:pt x="375635" y="350065"/>
                  </a:cubicBezTo>
                  <a:cubicBezTo>
                    <a:pt x="363495" y="354769"/>
                    <a:pt x="337093" y="359017"/>
                    <a:pt x="320705" y="363190"/>
                  </a:cubicBezTo>
                  <a:cubicBezTo>
                    <a:pt x="307883" y="366377"/>
                    <a:pt x="293619" y="369943"/>
                    <a:pt x="278294" y="376543"/>
                  </a:cubicBezTo>
                  <a:cubicBezTo>
                    <a:pt x="236944" y="393918"/>
                    <a:pt x="215853" y="422521"/>
                    <a:pt x="204851" y="475023"/>
                  </a:cubicBezTo>
                  <a:cubicBezTo>
                    <a:pt x="198478" y="505674"/>
                    <a:pt x="202424" y="530863"/>
                    <a:pt x="215928" y="547479"/>
                  </a:cubicBezTo>
                  <a:cubicBezTo>
                    <a:pt x="225943" y="559997"/>
                    <a:pt x="240890" y="566522"/>
                    <a:pt x="259098" y="566522"/>
                  </a:cubicBezTo>
                  <a:cubicBezTo>
                    <a:pt x="332540" y="566522"/>
                    <a:pt x="355681" y="496039"/>
                    <a:pt x="366758" y="442930"/>
                  </a:cubicBezTo>
                  <a:lnTo>
                    <a:pt x="387091" y="343767"/>
                  </a:lnTo>
                  <a:lnTo>
                    <a:pt x="386712" y="343767"/>
                  </a:lnTo>
                  <a:moveTo>
                    <a:pt x="388760" y="76"/>
                  </a:moveTo>
                  <a:cubicBezTo>
                    <a:pt x="489667" y="76"/>
                    <a:pt x="550970" y="17754"/>
                    <a:pt x="581621" y="55765"/>
                  </a:cubicBezTo>
                  <a:cubicBezTo>
                    <a:pt x="598388" y="76325"/>
                    <a:pt x="606962" y="103866"/>
                    <a:pt x="607265" y="138387"/>
                  </a:cubicBezTo>
                  <a:cubicBezTo>
                    <a:pt x="607265" y="157810"/>
                    <a:pt x="604762" y="179205"/>
                    <a:pt x="599754" y="203180"/>
                  </a:cubicBezTo>
                  <a:lnTo>
                    <a:pt x="530637" y="536933"/>
                  </a:lnTo>
                  <a:cubicBezTo>
                    <a:pt x="521381" y="583138"/>
                    <a:pt x="515311" y="618341"/>
                    <a:pt x="515690" y="647703"/>
                  </a:cubicBezTo>
                  <a:cubicBezTo>
                    <a:pt x="515690" y="657035"/>
                    <a:pt x="516373" y="665608"/>
                    <a:pt x="517815" y="673651"/>
                  </a:cubicBezTo>
                  <a:lnTo>
                    <a:pt x="328823" y="673651"/>
                  </a:lnTo>
                  <a:cubicBezTo>
                    <a:pt x="328823" y="671678"/>
                    <a:pt x="328444" y="669630"/>
                    <a:pt x="328444" y="667657"/>
                  </a:cubicBezTo>
                  <a:cubicBezTo>
                    <a:pt x="328444" y="653697"/>
                    <a:pt x="329506" y="639130"/>
                    <a:pt x="330568" y="623956"/>
                  </a:cubicBezTo>
                  <a:lnTo>
                    <a:pt x="332692" y="596643"/>
                  </a:lnTo>
                  <a:lnTo>
                    <a:pt x="321995" y="596643"/>
                  </a:lnTo>
                  <a:lnTo>
                    <a:pt x="318049" y="603016"/>
                  </a:lnTo>
                  <a:cubicBezTo>
                    <a:pt x="283832" y="657718"/>
                    <a:pt x="206824" y="691404"/>
                    <a:pt x="140817" y="691404"/>
                  </a:cubicBezTo>
                  <a:cubicBezTo>
                    <a:pt x="86267" y="691404"/>
                    <a:pt x="47042" y="677444"/>
                    <a:pt x="24281" y="649600"/>
                  </a:cubicBezTo>
                  <a:cubicBezTo>
                    <a:pt x="-377" y="619100"/>
                    <a:pt x="-6370" y="571150"/>
                    <a:pt x="6831" y="507419"/>
                  </a:cubicBezTo>
                  <a:cubicBezTo>
                    <a:pt x="32475" y="382841"/>
                    <a:pt x="89226" y="330187"/>
                    <a:pt x="231406" y="298245"/>
                  </a:cubicBezTo>
                  <a:lnTo>
                    <a:pt x="325485" y="276698"/>
                  </a:lnTo>
                  <a:cubicBezTo>
                    <a:pt x="381477" y="264407"/>
                    <a:pt x="408562" y="239750"/>
                    <a:pt x="418577" y="191344"/>
                  </a:cubicBezTo>
                  <a:cubicBezTo>
                    <a:pt x="423964" y="164866"/>
                    <a:pt x="421081" y="144457"/>
                    <a:pt x="409700" y="130421"/>
                  </a:cubicBezTo>
                  <a:cubicBezTo>
                    <a:pt x="399382" y="117599"/>
                    <a:pt x="382235" y="111226"/>
                    <a:pt x="359778" y="111226"/>
                  </a:cubicBezTo>
                  <a:cubicBezTo>
                    <a:pt x="309173" y="111226"/>
                    <a:pt x="282390" y="137173"/>
                    <a:pt x="265623" y="202118"/>
                  </a:cubicBezTo>
                  <a:lnTo>
                    <a:pt x="97040" y="202118"/>
                  </a:lnTo>
                  <a:cubicBezTo>
                    <a:pt x="142335" y="26858"/>
                    <a:pt x="298096" y="0"/>
                    <a:pt x="388684" y="0"/>
                  </a:cubicBezTo>
                  <a:close/>
                </a:path>
              </a:pathLst>
            </a:custGeom>
            <a:grpFill/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0A47AE9-8EAA-B193-BE0D-B7A8F07AA92B}"/>
                </a:ext>
              </a:extLst>
            </p:cNvPr>
            <p:cNvSpPr/>
            <p:nvPr userDrawn="1"/>
          </p:nvSpPr>
          <p:spPr>
            <a:xfrm>
              <a:off x="4341119" y="2985783"/>
              <a:ext cx="665508" cy="909075"/>
            </a:xfrm>
            <a:custGeom>
              <a:avLst/>
              <a:gdLst>
                <a:gd name="connsiteX0" fmla="*/ 38975 w 665508"/>
                <a:gd name="connsiteY0" fmla="*/ 844434 h 909075"/>
                <a:gd name="connsiteX1" fmla="*/ 31539 w 665508"/>
                <a:gd name="connsiteY1" fmla="*/ 457345 h 909075"/>
                <a:gd name="connsiteX2" fmla="*/ 436912 w 665508"/>
                <a:gd name="connsiteY2" fmla="*/ 0 h 909075"/>
                <a:gd name="connsiteX3" fmla="*/ 630532 w 665508"/>
                <a:gd name="connsiteY3" fmla="*/ 65779 h 909075"/>
                <a:gd name="connsiteX4" fmla="*/ 665508 w 665508"/>
                <a:gd name="connsiteY4" fmla="*/ 180950 h 909075"/>
                <a:gd name="connsiteX5" fmla="*/ 655873 w 665508"/>
                <a:gd name="connsiteY5" fmla="*/ 268504 h 909075"/>
                <a:gd name="connsiteX6" fmla="*/ 646237 w 665508"/>
                <a:gd name="connsiteY6" fmla="*/ 314254 h 909075"/>
                <a:gd name="connsiteX7" fmla="*/ 450569 w 665508"/>
                <a:gd name="connsiteY7" fmla="*/ 314254 h 909075"/>
                <a:gd name="connsiteX8" fmla="*/ 464832 w 665508"/>
                <a:gd name="connsiteY8" fmla="*/ 200449 h 909075"/>
                <a:gd name="connsiteX9" fmla="*/ 455197 w 665508"/>
                <a:gd name="connsiteY9" fmla="*/ 153106 h 909075"/>
                <a:gd name="connsiteX10" fmla="*/ 411040 w 665508"/>
                <a:gd name="connsiteY10" fmla="*/ 131179 h 909075"/>
                <a:gd name="connsiteX11" fmla="*/ 246630 w 665508"/>
                <a:gd name="connsiteY11" fmla="*/ 451731 h 909075"/>
                <a:gd name="connsiteX12" fmla="*/ 224173 w 665508"/>
                <a:gd name="connsiteY12" fmla="*/ 757639 h 909075"/>
                <a:gd name="connsiteX13" fmla="*/ 275840 w 665508"/>
                <a:gd name="connsiteY13" fmla="*/ 777896 h 909075"/>
                <a:gd name="connsiteX14" fmla="*/ 405274 w 665508"/>
                <a:gd name="connsiteY14" fmla="*/ 556962 h 909075"/>
                <a:gd name="connsiteX15" fmla="*/ 602384 w 665508"/>
                <a:gd name="connsiteY15" fmla="*/ 556962 h 909075"/>
                <a:gd name="connsiteX16" fmla="*/ 592066 w 665508"/>
                <a:gd name="connsiteY16" fmla="*/ 607037 h 909075"/>
                <a:gd name="connsiteX17" fmla="*/ 243065 w 665508"/>
                <a:gd name="connsiteY17" fmla="*/ 909076 h 909075"/>
                <a:gd name="connsiteX18" fmla="*/ 39126 w 665508"/>
                <a:gd name="connsiteY18" fmla="*/ 844434 h 90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5508" h="909075">
                  <a:moveTo>
                    <a:pt x="38975" y="844434"/>
                  </a:moveTo>
                  <a:cubicBezTo>
                    <a:pt x="-10568" y="783435"/>
                    <a:pt x="-12693" y="671375"/>
                    <a:pt x="31539" y="457345"/>
                  </a:cubicBezTo>
                  <a:cubicBezTo>
                    <a:pt x="102478" y="115550"/>
                    <a:pt x="204447" y="0"/>
                    <a:pt x="436912" y="0"/>
                  </a:cubicBezTo>
                  <a:cubicBezTo>
                    <a:pt x="529625" y="0"/>
                    <a:pt x="594797" y="22230"/>
                    <a:pt x="630532" y="65779"/>
                  </a:cubicBezTo>
                  <a:cubicBezTo>
                    <a:pt x="653369" y="94155"/>
                    <a:pt x="665129" y="132621"/>
                    <a:pt x="665508" y="180950"/>
                  </a:cubicBezTo>
                  <a:cubicBezTo>
                    <a:pt x="665508" y="207277"/>
                    <a:pt x="662246" y="236411"/>
                    <a:pt x="655873" y="268504"/>
                  </a:cubicBezTo>
                  <a:cubicBezTo>
                    <a:pt x="655873" y="268504"/>
                    <a:pt x="649803" y="297714"/>
                    <a:pt x="646237" y="314254"/>
                  </a:cubicBezTo>
                  <a:lnTo>
                    <a:pt x="450569" y="314254"/>
                  </a:lnTo>
                  <a:cubicBezTo>
                    <a:pt x="450569" y="314254"/>
                    <a:pt x="465212" y="221010"/>
                    <a:pt x="464832" y="200449"/>
                  </a:cubicBezTo>
                  <a:cubicBezTo>
                    <a:pt x="464832" y="177157"/>
                    <a:pt x="463770" y="164714"/>
                    <a:pt x="455197" y="153106"/>
                  </a:cubicBezTo>
                  <a:cubicBezTo>
                    <a:pt x="445941" y="140891"/>
                    <a:pt x="432436" y="131179"/>
                    <a:pt x="411040" y="131179"/>
                  </a:cubicBezTo>
                  <a:cubicBezTo>
                    <a:pt x="324397" y="131179"/>
                    <a:pt x="295870" y="213574"/>
                    <a:pt x="246630" y="451731"/>
                  </a:cubicBezTo>
                  <a:cubicBezTo>
                    <a:pt x="208544" y="636550"/>
                    <a:pt x="194584" y="721449"/>
                    <a:pt x="224173" y="757639"/>
                  </a:cubicBezTo>
                  <a:cubicBezTo>
                    <a:pt x="235553" y="771371"/>
                    <a:pt x="252321" y="777896"/>
                    <a:pt x="275840" y="777896"/>
                  </a:cubicBezTo>
                  <a:cubicBezTo>
                    <a:pt x="343972" y="777896"/>
                    <a:pt x="371057" y="719552"/>
                    <a:pt x="405274" y="556962"/>
                  </a:cubicBezTo>
                  <a:lnTo>
                    <a:pt x="602384" y="556962"/>
                  </a:lnTo>
                  <a:cubicBezTo>
                    <a:pt x="598439" y="575854"/>
                    <a:pt x="592066" y="607037"/>
                    <a:pt x="592066" y="607037"/>
                  </a:cubicBezTo>
                  <a:cubicBezTo>
                    <a:pt x="550717" y="807410"/>
                    <a:pt x="433119" y="909076"/>
                    <a:pt x="243065" y="909076"/>
                  </a:cubicBezTo>
                  <a:cubicBezTo>
                    <a:pt x="139957" y="909076"/>
                    <a:pt x="75089" y="888363"/>
                    <a:pt x="39126" y="844434"/>
                  </a:cubicBezTo>
                </a:path>
              </a:pathLst>
            </a:custGeom>
            <a:grpFill/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79248E9-647D-5629-CF5C-97E82CE95F17}"/>
                </a:ext>
              </a:extLst>
            </p:cNvPr>
            <p:cNvSpPr/>
            <p:nvPr userDrawn="1"/>
          </p:nvSpPr>
          <p:spPr>
            <a:xfrm>
              <a:off x="5474744" y="2569059"/>
              <a:ext cx="1477368" cy="580830"/>
            </a:xfrm>
            <a:custGeom>
              <a:avLst/>
              <a:gdLst>
                <a:gd name="connsiteX0" fmla="*/ 1476959 w 1477368"/>
                <a:gd name="connsiteY0" fmla="*/ 562243 h 580830"/>
                <a:gd name="connsiteX1" fmla="*/ 1253370 w 1477368"/>
                <a:gd name="connsiteY1" fmla="*/ 559815 h 580830"/>
                <a:gd name="connsiteX2" fmla="*/ 759988 w 1477368"/>
                <a:gd name="connsiteY2" fmla="*/ 336984 h 580830"/>
                <a:gd name="connsiteX3" fmla="*/ 398089 w 1477368"/>
                <a:gd name="connsiteY3" fmla="*/ 253224 h 580830"/>
                <a:gd name="connsiteX4" fmla="*/ 54247 w 1477368"/>
                <a:gd name="connsiteY4" fmla="*/ 580831 h 580830"/>
                <a:gd name="connsiteX5" fmla="*/ 0 w 1477368"/>
                <a:gd name="connsiteY5" fmla="*/ 561181 h 580830"/>
                <a:gd name="connsiteX6" fmla="*/ 652633 w 1477368"/>
                <a:gd name="connsiteY6" fmla="*/ 15447 h 580830"/>
                <a:gd name="connsiteX7" fmla="*/ 1476959 w 1477368"/>
                <a:gd name="connsiteY7" fmla="*/ 562243 h 58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7368" h="580830">
                  <a:moveTo>
                    <a:pt x="1476959" y="562243"/>
                  </a:moveTo>
                  <a:cubicBezTo>
                    <a:pt x="1476959" y="562243"/>
                    <a:pt x="1345021" y="572485"/>
                    <a:pt x="1253370" y="559815"/>
                  </a:cubicBezTo>
                  <a:cubicBezTo>
                    <a:pt x="1042680" y="530833"/>
                    <a:pt x="846632" y="385390"/>
                    <a:pt x="759988" y="336984"/>
                  </a:cubicBezTo>
                  <a:cubicBezTo>
                    <a:pt x="571679" y="231980"/>
                    <a:pt x="495430" y="225683"/>
                    <a:pt x="398089" y="253224"/>
                  </a:cubicBezTo>
                  <a:cubicBezTo>
                    <a:pt x="238307" y="296697"/>
                    <a:pt x="144380" y="427953"/>
                    <a:pt x="54247" y="580831"/>
                  </a:cubicBezTo>
                  <a:cubicBezTo>
                    <a:pt x="37025" y="572409"/>
                    <a:pt x="18740" y="565885"/>
                    <a:pt x="0" y="561181"/>
                  </a:cubicBezTo>
                  <a:cubicBezTo>
                    <a:pt x="51592" y="451624"/>
                    <a:pt x="247715" y="99283"/>
                    <a:pt x="652633" y="15447"/>
                  </a:cubicBezTo>
                  <a:cubicBezTo>
                    <a:pt x="1058081" y="-68693"/>
                    <a:pt x="1492588" y="201784"/>
                    <a:pt x="1476959" y="562243"/>
                  </a:cubicBezTo>
                  <a:close/>
                </a:path>
              </a:pathLst>
            </a:custGeom>
            <a:grpFill/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97BCA8F-4D60-B19B-C34D-598024984D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095306"/>
            <a:ext cx="11125200" cy="550346"/>
          </a:xfrm>
          <a:prstGeom prst="rect">
            <a:avLst/>
          </a:prstGeom>
        </p:spPr>
        <p:txBody>
          <a:bodyPr anchor="b"/>
          <a:lstStyle>
            <a:lvl1pPr marL="0" indent="0" algn="l">
              <a:buFontTx/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Use this space to add a subtitle to the transition slide</a:t>
            </a:r>
          </a:p>
        </p:txBody>
      </p:sp>
      <p:sp>
        <p:nvSpPr>
          <p:cNvPr id="36" name="Title 28">
            <a:extLst>
              <a:ext uri="{FF2B5EF4-FFF2-40B4-BE49-F238E27FC236}">
                <a16:creationId xmlns:a16="http://schemas.microsoft.com/office/drawing/2014/main" id="{0F7FC169-4452-EDB8-AA94-41C139330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735591"/>
            <a:ext cx="11125200" cy="110640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77000"/>
              </a:lnSpc>
              <a:defRPr sz="6000" baseline="0">
                <a:solidFill>
                  <a:schemeClr val="accent2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07E273-6CCC-B91E-52DD-4E0EE575A70C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14866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Topics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C1BF-8D8C-EB8E-23A7-4374017DEF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7CBB78-FA1C-FA42-3A64-7BC8483A49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FD5F77-D7F2-8103-B1AA-30EDD250E766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A27BED-6234-6E89-250D-1E96AA6825AE}"/>
              </a:ext>
            </a:extLst>
          </p:cNvPr>
          <p:cNvSpPr/>
          <p:nvPr userDrawn="1"/>
        </p:nvSpPr>
        <p:spPr>
          <a:xfrm>
            <a:off x="533399" y="1335317"/>
            <a:ext cx="5395753" cy="4749800"/>
          </a:xfrm>
          <a:prstGeom prst="roundRect">
            <a:avLst>
              <a:gd name="adj" fmla="val 363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C412DEFE-0004-DC6E-1A17-60DC0923D68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62847" y="1335317"/>
            <a:ext cx="5395753" cy="4749800"/>
          </a:xfrm>
          <a:prstGeom prst="roundRect">
            <a:avLst>
              <a:gd name="adj" fmla="val 3432"/>
            </a:avLst>
          </a:prstGeo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88F1093C-E855-5841-9E5E-6C8339E5EA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8446" y="1631447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4E42FB01-3B27-A8DB-691D-094E34D330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8446" y="2553386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C1041BF7-9981-526F-1036-89CC2202F5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8446" y="3475325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9C2DD740-AFE3-A0CD-E338-C4974C00EE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8446" y="4397264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708F05CA-90B6-657F-45AD-ABC6E1BED1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8446" y="5319204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D099EEFC-7A42-670F-58A5-43820B1236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71625" y="1608788"/>
            <a:ext cx="3972479" cy="492443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</a:lstStyle>
          <a:p>
            <a:pPr lvl="1"/>
            <a:r>
              <a:rPr lang="en-GB"/>
              <a:t>Type agenda topics here.</a:t>
            </a:r>
          </a:p>
        </p:txBody>
      </p: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F6357E9C-56A3-C30F-FE98-E12589C68A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71625" y="2536392"/>
            <a:ext cx="3972479" cy="492443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Type agenda topics here.</a:t>
            </a:r>
          </a:p>
        </p:txBody>
      </p:sp>
      <p:sp>
        <p:nvSpPr>
          <p:cNvPr id="24" name="Text Placeholder 33">
            <a:extLst>
              <a:ext uri="{FF2B5EF4-FFF2-40B4-BE49-F238E27FC236}">
                <a16:creationId xmlns:a16="http://schemas.microsoft.com/office/drawing/2014/main" id="{7D1957A2-6794-EDB8-F3F1-124010630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71625" y="3463996"/>
            <a:ext cx="3972479" cy="492443"/>
          </a:xfrm>
          <a:prstGeom prst="rect">
            <a:avLst/>
          </a:prstGeom>
        </p:spPr>
        <p:txBody>
          <a:bodyPr anchor="ctr"/>
          <a:lstStyle>
            <a:lvl1pPr>
              <a:defRPr lang="en-GB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/>
              <a:t>Type agenda topics here.</a:t>
            </a:r>
          </a:p>
        </p:txBody>
      </p:sp>
      <p:sp>
        <p:nvSpPr>
          <p:cNvPr id="25" name="Text Placeholder 33">
            <a:extLst>
              <a:ext uri="{FF2B5EF4-FFF2-40B4-BE49-F238E27FC236}">
                <a16:creationId xmlns:a16="http://schemas.microsoft.com/office/drawing/2014/main" id="{5DA23632-A7D2-85F2-8DA2-E29BF86652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71625" y="4391600"/>
            <a:ext cx="3972479" cy="492443"/>
          </a:xfrm>
          <a:prstGeom prst="rect">
            <a:avLst/>
          </a:prstGeom>
        </p:spPr>
        <p:txBody>
          <a:bodyPr anchor="ctr"/>
          <a:lstStyle>
            <a:lvl1pPr>
              <a:defRPr lang="en-GB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/>
              <a:t>Type agenda topics here.</a:t>
            </a:r>
          </a:p>
        </p:txBody>
      </p:sp>
      <p:sp>
        <p:nvSpPr>
          <p:cNvPr id="26" name="Text Placeholder 33">
            <a:extLst>
              <a:ext uri="{FF2B5EF4-FFF2-40B4-BE49-F238E27FC236}">
                <a16:creationId xmlns:a16="http://schemas.microsoft.com/office/drawing/2014/main" id="{818D737C-2BA8-2D10-39C5-BD4C0597F5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1625" y="5319204"/>
            <a:ext cx="3972479" cy="492443"/>
          </a:xfrm>
          <a:prstGeom prst="rect">
            <a:avLst/>
          </a:prstGeom>
        </p:spPr>
        <p:txBody>
          <a:bodyPr anchor="ctr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Type agenda topics here.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7BB9D5-F4C0-072C-2AE7-114ECF1C3F44}"/>
              </a:ext>
            </a:extLst>
          </p:cNvPr>
          <p:cNvSpPr txBox="1"/>
          <p:nvPr userDrawn="1"/>
        </p:nvSpPr>
        <p:spPr>
          <a:xfrm>
            <a:off x="11222858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996B5273-46EB-4870-A6B0-6E7F43CBD6D0}" type="slidenum">
              <a:rPr lang="en-US" sz="1000" smtClean="0">
                <a:solidFill>
                  <a:schemeClr val="accent2"/>
                </a:solidFill>
              </a:rPr>
              <a:pPr algn="r"/>
              <a:t>‹#›</a:t>
            </a:fld>
            <a:endParaRPr lang="en-US" sz="1400">
              <a:solidFill>
                <a:schemeClr val="accent2"/>
              </a:solidFill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52BF404B-BE6C-2654-1B9D-B6F17692D2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6446043"/>
            <a:ext cx="604471" cy="282647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4E43F0E-36F9-A889-3B00-F009DE06ED22}"/>
              </a:ext>
            </a:extLst>
          </p:cNvPr>
          <p:cNvCxnSpPr>
            <a:cxnSpLocks/>
          </p:cNvCxnSpPr>
          <p:nvPr userDrawn="1"/>
        </p:nvCxnSpPr>
        <p:spPr>
          <a:xfrm>
            <a:off x="533400" y="6286500"/>
            <a:ext cx="11125200" cy="0"/>
          </a:xfrm>
          <a:prstGeom prst="line">
            <a:avLst/>
          </a:prstGeom>
          <a:ln w="1587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604CBD5-40B4-D0E1-A40D-B44F64E912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1665105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Topics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C1BF-8D8C-EB8E-23A7-4374017DEF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7CBB78-FA1C-FA42-3A64-7BC8483A49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FD5F77-D7F2-8103-B1AA-30EDD250E766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550CDB-FB9D-D2BE-CBFD-A1ADEDAC692A}"/>
              </a:ext>
            </a:extLst>
          </p:cNvPr>
          <p:cNvSpPr/>
          <p:nvPr userDrawn="1"/>
        </p:nvSpPr>
        <p:spPr>
          <a:xfrm>
            <a:off x="533399" y="1331203"/>
            <a:ext cx="7188201" cy="4749800"/>
          </a:xfrm>
          <a:custGeom>
            <a:avLst/>
            <a:gdLst>
              <a:gd name="connsiteX0" fmla="*/ 172703 w 7188201"/>
              <a:gd name="connsiteY0" fmla="*/ 0 h 4749800"/>
              <a:gd name="connsiteX1" fmla="*/ 1965151 w 7188201"/>
              <a:gd name="connsiteY1" fmla="*/ 0 h 4749800"/>
              <a:gd name="connsiteX2" fmla="*/ 5223050 w 7188201"/>
              <a:gd name="connsiteY2" fmla="*/ 0 h 4749800"/>
              <a:gd name="connsiteX3" fmla="*/ 7015498 w 7188201"/>
              <a:gd name="connsiteY3" fmla="*/ 0 h 4749800"/>
              <a:gd name="connsiteX4" fmla="*/ 7188201 w 7188201"/>
              <a:gd name="connsiteY4" fmla="*/ 172703 h 4749800"/>
              <a:gd name="connsiteX5" fmla="*/ 7188201 w 7188201"/>
              <a:gd name="connsiteY5" fmla="*/ 4577097 h 4749800"/>
              <a:gd name="connsiteX6" fmla="*/ 7015498 w 7188201"/>
              <a:gd name="connsiteY6" fmla="*/ 4749800 h 4749800"/>
              <a:gd name="connsiteX7" fmla="*/ 5223050 w 7188201"/>
              <a:gd name="connsiteY7" fmla="*/ 4749800 h 4749800"/>
              <a:gd name="connsiteX8" fmla="*/ 1965151 w 7188201"/>
              <a:gd name="connsiteY8" fmla="*/ 4749800 h 4749800"/>
              <a:gd name="connsiteX9" fmla="*/ 172703 w 7188201"/>
              <a:gd name="connsiteY9" fmla="*/ 4749800 h 4749800"/>
              <a:gd name="connsiteX10" fmla="*/ 0 w 7188201"/>
              <a:gd name="connsiteY10" fmla="*/ 4577097 h 4749800"/>
              <a:gd name="connsiteX11" fmla="*/ 0 w 7188201"/>
              <a:gd name="connsiteY11" fmla="*/ 172703 h 4749800"/>
              <a:gd name="connsiteX12" fmla="*/ 172703 w 7188201"/>
              <a:gd name="connsiteY12" fmla="*/ 0 h 474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88201" h="4749800">
                <a:moveTo>
                  <a:pt x="172703" y="0"/>
                </a:moveTo>
                <a:lnTo>
                  <a:pt x="1965151" y="0"/>
                </a:lnTo>
                <a:lnTo>
                  <a:pt x="5223050" y="0"/>
                </a:lnTo>
                <a:lnTo>
                  <a:pt x="7015498" y="0"/>
                </a:lnTo>
                <a:cubicBezTo>
                  <a:pt x="7110879" y="0"/>
                  <a:pt x="7188201" y="77322"/>
                  <a:pt x="7188201" y="172703"/>
                </a:cubicBezTo>
                <a:lnTo>
                  <a:pt x="7188201" y="4577097"/>
                </a:lnTo>
                <a:cubicBezTo>
                  <a:pt x="7188201" y="4672478"/>
                  <a:pt x="7110879" y="4749800"/>
                  <a:pt x="7015498" y="4749800"/>
                </a:cubicBezTo>
                <a:lnTo>
                  <a:pt x="5223050" y="4749800"/>
                </a:lnTo>
                <a:lnTo>
                  <a:pt x="1965151" y="4749800"/>
                </a:lnTo>
                <a:lnTo>
                  <a:pt x="172703" y="4749800"/>
                </a:lnTo>
                <a:cubicBezTo>
                  <a:pt x="77322" y="4749800"/>
                  <a:pt x="0" y="4672478"/>
                  <a:pt x="0" y="4577097"/>
                </a:cubicBezTo>
                <a:lnTo>
                  <a:pt x="0" y="172703"/>
                </a:lnTo>
                <a:cubicBezTo>
                  <a:pt x="0" y="77322"/>
                  <a:pt x="77322" y="0"/>
                  <a:pt x="1727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52D2E33-65D5-70E7-F086-C7531F900AB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26400" y="1331203"/>
            <a:ext cx="3632200" cy="4749800"/>
          </a:xfrm>
          <a:prstGeom prst="roundRect">
            <a:avLst>
              <a:gd name="adj" fmla="val 3424"/>
            </a:avLst>
          </a:prstGeo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5845297A-5E45-9E38-9D35-78C4A007BE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8446" y="1616003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8DB54745-2101-3230-C8D2-EBA050B26C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8446" y="2543607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2C2EA8E7-9CB6-461B-1B42-012E96E431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8446" y="3471211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D44689D2-9D2C-0B77-8F19-7F32EF11A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8446" y="4398815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F6B504A-B6D6-F9B0-369F-AA414C6EA5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8446" y="5326419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33">
            <a:extLst>
              <a:ext uri="{FF2B5EF4-FFF2-40B4-BE49-F238E27FC236}">
                <a16:creationId xmlns:a16="http://schemas.microsoft.com/office/drawing/2014/main" id="{D8238E22-05E9-A2E1-7C3B-2D207A7C12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71626" y="1604674"/>
            <a:ext cx="2363352" cy="492443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  <a:lvl2pPr marL="0" indent="0">
              <a:buNone/>
              <a:defRPr sz="1400">
                <a:solidFill>
                  <a:schemeClr val="bg2"/>
                </a:solidFill>
              </a:defRPr>
            </a:lvl2pPr>
          </a:lstStyle>
          <a:p>
            <a:pPr lvl="1"/>
            <a:r>
              <a:rPr lang="en-GB"/>
              <a:t>Type agenda topics here</a:t>
            </a:r>
          </a:p>
        </p:txBody>
      </p:sp>
      <p:sp>
        <p:nvSpPr>
          <p:cNvPr id="23" name="Text Placeholder 33">
            <a:extLst>
              <a:ext uri="{FF2B5EF4-FFF2-40B4-BE49-F238E27FC236}">
                <a16:creationId xmlns:a16="http://schemas.microsoft.com/office/drawing/2014/main" id="{F2F021D3-ACDA-17AA-F208-A625551EEB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71626" y="2532278"/>
            <a:ext cx="2363352" cy="492443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  <a:lvl2pPr marL="0" indent="0">
              <a:buNone/>
              <a:defRPr sz="1400">
                <a:solidFill>
                  <a:schemeClr val="bg2"/>
                </a:solidFill>
              </a:defRPr>
            </a:lvl2pPr>
          </a:lstStyle>
          <a:p>
            <a:pPr lvl="1"/>
            <a:r>
              <a:rPr lang="en-GB"/>
              <a:t>Type agenda topics here.</a:t>
            </a:r>
          </a:p>
        </p:txBody>
      </p:sp>
      <p:sp>
        <p:nvSpPr>
          <p:cNvPr id="27" name="Text Placeholder 33">
            <a:extLst>
              <a:ext uri="{FF2B5EF4-FFF2-40B4-BE49-F238E27FC236}">
                <a16:creationId xmlns:a16="http://schemas.microsoft.com/office/drawing/2014/main" id="{0A9E23E7-AC2D-2086-D56C-2CCCCB7A52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71626" y="3459882"/>
            <a:ext cx="2363352" cy="492443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  <a:lvl2pPr marL="0" indent="0">
              <a:buNone/>
              <a:defRPr sz="1400">
                <a:solidFill>
                  <a:schemeClr val="bg2"/>
                </a:solidFill>
              </a:defRPr>
            </a:lvl2pPr>
          </a:lstStyle>
          <a:p>
            <a:pPr lvl="1"/>
            <a:r>
              <a:rPr lang="en-GB"/>
              <a:t>Type agenda topics here.</a:t>
            </a:r>
          </a:p>
        </p:txBody>
      </p:sp>
      <p:sp>
        <p:nvSpPr>
          <p:cNvPr id="28" name="Text Placeholder 33">
            <a:extLst>
              <a:ext uri="{FF2B5EF4-FFF2-40B4-BE49-F238E27FC236}">
                <a16:creationId xmlns:a16="http://schemas.microsoft.com/office/drawing/2014/main" id="{1ED7B0B2-C32E-8153-6D9B-7E22AFA9D8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71626" y="4387486"/>
            <a:ext cx="2363352" cy="492443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  <a:lvl2pPr marL="0" indent="0">
              <a:buNone/>
              <a:defRPr sz="1400">
                <a:solidFill>
                  <a:schemeClr val="bg2"/>
                </a:solidFill>
              </a:defRPr>
            </a:lvl2pPr>
          </a:lstStyle>
          <a:p>
            <a:pPr lvl="1"/>
            <a:r>
              <a:rPr lang="en-GB"/>
              <a:t>Type agenda topics here.</a:t>
            </a: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566719E6-AEDE-7E59-1EC5-77CBC0B7A87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1626" y="5315090"/>
            <a:ext cx="2363352" cy="492443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  <a:lvl2pPr marL="0" indent="0">
              <a:buNone/>
              <a:defRPr sz="1400">
                <a:solidFill>
                  <a:schemeClr val="bg2"/>
                </a:solidFill>
              </a:defRPr>
            </a:lvl2pPr>
          </a:lstStyle>
          <a:p>
            <a:pPr lvl="1"/>
            <a:r>
              <a:rPr lang="en-GB"/>
              <a:t>Type agenda topics here.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63FF3E0F-8EAF-F677-E463-0C3DCCA430A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20022" y="1616003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996DBA82-88A5-4585-E6CA-1C3AC1519C2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0022" y="2543607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BCDD5043-BE42-66FA-2EE7-C2C87E7DC15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0022" y="3471211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84B424C7-E7FD-1D1D-D608-4769B7AEFD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20022" y="4398815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FF9C58D-4A57-1921-2CA5-59220E87E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20022" y="5326419"/>
            <a:ext cx="546235" cy="469784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F2EC7607-A6B9-2DDD-C7F8-2680FE98B9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73201" y="1604674"/>
            <a:ext cx="2363352" cy="492443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  <a:lvl2pPr marL="0" indent="0">
              <a:buNone/>
              <a:defRPr sz="1400">
                <a:solidFill>
                  <a:schemeClr val="bg2"/>
                </a:solidFill>
              </a:defRPr>
            </a:lvl2pPr>
          </a:lstStyle>
          <a:p>
            <a:pPr lvl="1"/>
            <a:r>
              <a:rPr lang="en-GB"/>
              <a:t>Type agenda topics here.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89F05413-7CC5-C21A-16C0-BDB09404ECD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73201" y="2532278"/>
            <a:ext cx="2363352" cy="492443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  <a:lvl2pPr marL="0" indent="0">
              <a:buNone/>
              <a:defRPr sz="1400">
                <a:solidFill>
                  <a:schemeClr val="bg2"/>
                </a:solidFill>
              </a:defRPr>
            </a:lvl2pPr>
          </a:lstStyle>
          <a:p>
            <a:pPr lvl="1"/>
            <a:r>
              <a:rPr lang="en-GB"/>
              <a:t>Type agenda topics here.</a:t>
            </a:r>
          </a:p>
        </p:txBody>
      </p:sp>
      <p:sp>
        <p:nvSpPr>
          <p:cNvPr id="37" name="Text Placeholder 33">
            <a:extLst>
              <a:ext uri="{FF2B5EF4-FFF2-40B4-BE49-F238E27FC236}">
                <a16:creationId xmlns:a16="http://schemas.microsoft.com/office/drawing/2014/main" id="{4D12B905-C210-B78A-478B-A281980B69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73201" y="3459882"/>
            <a:ext cx="2363352" cy="492443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  <a:lvl2pPr marL="0" indent="0">
              <a:buNone/>
              <a:defRPr sz="1400">
                <a:solidFill>
                  <a:schemeClr val="bg2"/>
                </a:solidFill>
              </a:defRPr>
            </a:lvl2pPr>
          </a:lstStyle>
          <a:p>
            <a:pPr lvl="1"/>
            <a:r>
              <a:rPr lang="en-GB"/>
              <a:t>Type agenda topics here.</a:t>
            </a:r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F673597A-DCC2-7C67-2E2E-13134866B3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73201" y="4387486"/>
            <a:ext cx="2363352" cy="492443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  <a:lvl2pPr marL="0" indent="0">
              <a:buNone/>
              <a:defRPr sz="1400">
                <a:solidFill>
                  <a:schemeClr val="bg2"/>
                </a:solidFill>
              </a:defRPr>
            </a:lvl2pPr>
          </a:lstStyle>
          <a:p>
            <a:pPr lvl="1"/>
            <a:r>
              <a:rPr lang="en-GB"/>
              <a:t>Type agenda topics here.</a:t>
            </a:r>
          </a:p>
        </p:txBody>
      </p:sp>
      <p:sp>
        <p:nvSpPr>
          <p:cNvPr id="39" name="Text Placeholder 33">
            <a:extLst>
              <a:ext uri="{FF2B5EF4-FFF2-40B4-BE49-F238E27FC236}">
                <a16:creationId xmlns:a16="http://schemas.microsoft.com/office/drawing/2014/main" id="{E473543C-E4E5-CFAF-6C45-2BFF44C553F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73201" y="5315090"/>
            <a:ext cx="2363352" cy="492443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  <a:lvl2pPr marL="0" indent="0">
              <a:buNone/>
              <a:defRPr sz="1400">
                <a:solidFill>
                  <a:schemeClr val="bg2"/>
                </a:solidFill>
              </a:defRPr>
            </a:lvl2pPr>
          </a:lstStyle>
          <a:p>
            <a:pPr lvl="1"/>
            <a:r>
              <a:rPr lang="en-GB"/>
              <a:t>Type agenda topics here.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0457D8-1102-DA76-12D6-B26A76FA098A}"/>
              </a:ext>
            </a:extLst>
          </p:cNvPr>
          <p:cNvSpPr txBox="1"/>
          <p:nvPr userDrawn="1"/>
        </p:nvSpPr>
        <p:spPr>
          <a:xfrm>
            <a:off x="11222858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996B5273-46EB-4870-A6B0-6E7F43CBD6D0}" type="slidenum">
              <a:rPr lang="en-US" sz="1000" smtClean="0">
                <a:solidFill>
                  <a:schemeClr val="accent2"/>
                </a:solidFill>
              </a:rPr>
              <a:pPr algn="r"/>
              <a:t>‹#›</a:t>
            </a:fld>
            <a:endParaRPr lang="en-US" sz="1400">
              <a:solidFill>
                <a:schemeClr val="accent2"/>
              </a:solidFill>
            </a:endParaRP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76205B11-1429-0C55-6711-5F6D6D1333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6446043"/>
            <a:ext cx="604471" cy="282647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C36E7BE-BF25-C358-E97B-B4DC58C276F6}"/>
              </a:ext>
            </a:extLst>
          </p:cNvPr>
          <p:cNvCxnSpPr>
            <a:cxnSpLocks/>
          </p:cNvCxnSpPr>
          <p:nvPr userDrawn="1"/>
        </p:nvCxnSpPr>
        <p:spPr>
          <a:xfrm>
            <a:off x="533400" y="6286500"/>
            <a:ext cx="11125200" cy="0"/>
          </a:xfrm>
          <a:prstGeom prst="line">
            <a:avLst/>
          </a:prstGeom>
          <a:ln w="1587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FFAFDF8-09FF-AED2-A00E-5DC12D9719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1077949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ording &amp; Safety Remi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D86B937-C7E9-0437-412D-C785C925B682}"/>
              </a:ext>
            </a:extLst>
          </p:cNvPr>
          <p:cNvSpPr/>
          <p:nvPr userDrawn="1"/>
        </p:nvSpPr>
        <p:spPr>
          <a:xfrm>
            <a:off x="549540" y="1473295"/>
            <a:ext cx="3603360" cy="4443000"/>
          </a:xfrm>
          <a:prstGeom prst="roundRect">
            <a:avLst>
              <a:gd name="adj" fmla="val 649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6ECEDD-1764-C3D6-7C11-3817E39013BC}"/>
              </a:ext>
            </a:extLst>
          </p:cNvPr>
          <p:cNvSpPr/>
          <p:nvPr userDrawn="1"/>
        </p:nvSpPr>
        <p:spPr>
          <a:xfrm>
            <a:off x="4302390" y="1473295"/>
            <a:ext cx="3603360" cy="4443000"/>
          </a:xfrm>
          <a:prstGeom prst="roundRect">
            <a:avLst>
              <a:gd name="adj" fmla="val 649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5D662F0-F32A-3334-8EC1-E34C810DAA69}"/>
              </a:ext>
            </a:extLst>
          </p:cNvPr>
          <p:cNvSpPr/>
          <p:nvPr userDrawn="1"/>
        </p:nvSpPr>
        <p:spPr>
          <a:xfrm>
            <a:off x="8055240" y="1473295"/>
            <a:ext cx="3603360" cy="4443000"/>
          </a:xfrm>
          <a:prstGeom prst="roundRect">
            <a:avLst>
              <a:gd name="adj" fmla="val 649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2EE7259-BEB2-95B3-0DB3-A9EA3945F2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8199" y="1888708"/>
            <a:ext cx="2926042" cy="2199074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1"/>
                </a:solidFill>
              </a:defRPr>
            </a:lvl1pPr>
            <a:lvl2pPr marL="0" indent="0" algn="l">
              <a:buNone/>
              <a:defRPr sz="14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This meeting will be recorded.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A03CDB31-9701-5E02-FA91-DC5FBB392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41049" y="1888708"/>
            <a:ext cx="2926042" cy="2199074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Mute your microphone when not speaking.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205BC80A-B23C-B132-5D9D-0BAEC1E810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36025" y="1888708"/>
            <a:ext cx="2926042" cy="2199074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2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Please hang up if you are driving.</a:t>
            </a:r>
          </a:p>
        </p:txBody>
      </p:sp>
      <p:pic>
        <p:nvPicPr>
          <p:cNvPr id="30" name="Graphic 29" descr="Radio microphone with solid fill">
            <a:extLst>
              <a:ext uri="{FF2B5EF4-FFF2-40B4-BE49-F238E27FC236}">
                <a16:creationId xmlns:a16="http://schemas.microsoft.com/office/drawing/2014/main" id="{1A40426E-9261-111B-983E-199C2D54E5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2065" y="4522438"/>
            <a:ext cx="1102176" cy="1102176"/>
          </a:xfrm>
          <a:prstGeom prst="rect">
            <a:avLst/>
          </a:prstGeom>
        </p:spPr>
      </p:pic>
      <p:pic>
        <p:nvPicPr>
          <p:cNvPr id="31" name="Graphic 30" descr="Mute speaker with solid fill">
            <a:extLst>
              <a:ext uri="{FF2B5EF4-FFF2-40B4-BE49-F238E27FC236}">
                <a16:creationId xmlns:a16="http://schemas.microsoft.com/office/drawing/2014/main" id="{B3AFC673-3D19-7A07-2C66-0D0E481D0C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7737" y="4397455"/>
            <a:ext cx="1359354" cy="1359354"/>
          </a:xfrm>
          <a:prstGeom prst="rect">
            <a:avLst/>
          </a:prstGeom>
        </p:spPr>
      </p:pic>
      <p:pic>
        <p:nvPicPr>
          <p:cNvPr id="32" name="Graphic 31" descr="Car with solid fill">
            <a:extLst>
              <a:ext uri="{FF2B5EF4-FFF2-40B4-BE49-F238E27FC236}">
                <a16:creationId xmlns:a16="http://schemas.microsoft.com/office/drawing/2014/main" id="{1FBA880C-C371-1D17-9642-42124234FD9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85235" y="4372054"/>
            <a:ext cx="1576832" cy="15768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568737-A044-DAF2-515F-9EFF0A20C811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B439AC2-0E23-D537-88F0-BE53B9D9CA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E97071-C8A8-9C66-CDE2-76C4F617B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DDFC90-0CD9-2D17-F901-ED01A8A1E701}"/>
              </a:ext>
            </a:extLst>
          </p:cNvPr>
          <p:cNvSpPr txBox="1"/>
          <p:nvPr userDrawn="1"/>
        </p:nvSpPr>
        <p:spPr>
          <a:xfrm>
            <a:off x="11222858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996B5273-46EB-4870-A6B0-6E7F43CBD6D0}" type="slidenum">
              <a:rPr lang="en-US" sz="1000" smtClean="0">
                <a:solidFill>
                  <a:schemeClr val="accent2"/>
                </a:solidFill>
              </a:rPr>
              <a:pPr algn="r"/>
              <a:t>‹#›</a:t>
            </a:fld>
            <a:endParaRPr lang="en-US" sz="1400">
              <a:solidFill>
                <a:schemeClr val="accent2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368D97-CDA9-3B43-7E3D-B1278C8E622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3400" y="6446043"/>
            <a:ext cx="604471" cy="28264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C629B0-A83F-3428-3D09-4FDC30D9FEA4}"/>
              </a:ext>
            </a:extLst>
          </p:cNvPr>
          <p:cNvCxnSpPr>
            <a:cxnSpLocks/>
          </p:cNvCxnSpPr>
          <p:nvPr userDrawn="1"/>
        </p:nvCxnSpPr>
        <p:spPr>
          <a:xfrm>
            <a:off x="533400" y="6286500"/>
            <a:ext cx="11125200" cy="0"/>
          </a:xfrm>
          <a:prstGeom prst="line">
            <a:avLst/>
          </a:prstGeom>
          <a:ln w="1587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29FDCB8-AEB1-1A93-C8AF-43B99ECA29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712202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cording &amp; Safety Remi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D86B937-C7E9-0437-412D-C785C925B682}"/>
              </a:ext>
            </a:extLst>
          </p:cNvPr>
          <p:cNvSpPr/>
          <p:nvPr userDrawn="1"/>
        </p:nvSpPr>
        <p:spPr>
          <a:xfrm>
            <a:off x="549540" y="1473295"/>
            <a:ext cx="3603360" cy="4443000"/>
          </a:xfrm>
          <a:prstGeom prst="roundRect">
            <a:avLst>
              <a:gd name="adj" fmla="val 649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Graphic 29" descr="Radio microphone with solid fill">
            <a:extLst>
              <a:ext uri="{FF2B5EF4-FFF2-40B4-BE49-F238E27FC236}">
                <a16:creationId xmlns:a16="http://schemas.microsoft.com/office/drawing/2014/main" id="{1A40426E-9261-111B-983E-199C2D54E5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2065" y="4522438"/>
            <a:ext cx="1102176" cy="1102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568737-A044-DAF2-515F-9EFF0A20C811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B439AC2-0E23-D537-88F0-BE53B9D9CA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E97071-C8A8-9C66-CDE2-76C4F617B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DDFC90-0CD9-2D17-F901-ED01A8A1E701}"/>
              </a:ext>
            </a:extLst>
          </p:cNvPr>
          <p:cNvSpPr txBox="1"/>
          <p:nvPr userDrawn="1"/>
        </p:nvSpPr>
        <p:spPr>
          <a:xfrm>
            <a:off x="11222858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996B5273-46EB-4870-A6B0-6E7F43CBD6D0}" type="slidenum">
              <a:rPr lang="en-US" sz="1000" smtClean="0">
                <a:solidFill>
                  <a:schemeClr val="accent2"/>
                </a:solidFill>
              </a:rPr>
              <a:pPr algn="r"/>
              <a:t>‹#›</a:t>
            </a:fld>
            <a:endParaRPr lang="en-US" sz="1400">
              <a:solidFill>
                <a:schemeClr val="accent2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368D97-CDA9-3B43-7E3D-B1278C8E62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400" y="6446043"/>
            <a:ext cx="604471" cy="28264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C629B0-A83F-3428-3D09-4FDC30D9FEA4}"/>
              </a:ext>
            </a:extLst>
          </p:cNvPr>
          <p:cNvCxnSpPr>
            <a:cxnSpLocks/>
          </p:cNvCxnSpPr>
          <p:nvPr userDrawn="1"/>
        </p:nvCxnSpPr>
        <p:spPr>
          <a:xfrm>
            <a:off x="533400" y="6286500"/>
            <a:ext cx="11125200" cy="0"/>
          </a:xfrm>
          <a:prstGeom prst="line">
            <a:avLst/>
          </a:prstGeom>
          <a:ln w="1587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29FDCB8-AEB1-1A93-C8AF-43B99ECA29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2664682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E87417-77C8-D4DC-4A74-1B9C0D3585AC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5EDB5B9-53D4-0B8C-D49F-16A6B619C6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A9DFA-B77A-90FE-8542-A41098101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665847C-DC5A-5DAE-B49E-B508A5E50F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2775950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E87417-77C8-D4DC-4A74-1B9C0D3585AC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5EDB5B9-53D4-0B8C-D49F-16A6B619C6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A9DFA-B77A-90FE-8542-A41098101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208016B-2982-FDE4-B1B4-C9E92EC501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3734188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E87417-77C8-D4DC-4A74-1B9C0D3585AC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5EDB5B9-53D4-0B8C-D49F-16A6B619C6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A9DFA-B77A-90FE-8542-A41098101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</p:spTree>
    <p:extLst>
      <p:ext uri="{BB962C8B-B14F-4D97-AF65-F5344CB8AC3E}">
        <p14:creationId xmlns:p14="http://schemas.microsoft.com/office/powerpoint/2010/main" val="3975374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&amp; Sub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E87417-77C8-D4DC-4A74-1B9C0D3585AC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5EDB5B9-53D4-0B8C-D49F-16A6B619C6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A9DFA-B77A-90FE-8542-A41098101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</p:spTree>
    <p:extLst>
      <p:ext uri="{BB962C8B-B14F-4D97-AF65-F5344CB8AC3E}">
        <p14:creationId xmlns:p14="http://schemas.microsoft.com/office/powerpoint/2010/main" val="2765955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5C88F3DC-C706-E977-D47F-109DA7B611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1438911"/>
            <a:ext cx="11125200" cy="4497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Tx/>
              <a:buChar char="–"/>
              <a:defRPr sz="105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F3293-E283-EFE2-9FD9-0D178FC274AB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612E8DC-68D0-BF65-6A34-8ECF9E18C8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75FCA-EE4D-8D5D-6D4C-23ADBF2C88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38032B0-396E-AF3D-6AC0-697D1A9409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2868676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1C7813-7DB9-2CE8-1186-2013B1415B6F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03104"/>
            <a:ext cx="0" cy="4340496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E8A7B5B-BDFF-11B3-1FCB-0C8DE17A01CC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5DDD8E6-EEFD-7811-9CDA-D2539D0BA1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B37D8C83-1D5D-7BBB-8D88-450EE05DFA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00" y="1438911"/>
            <a:ext cx="5394960" cy="4497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Tx/>
              <a:buChar char="–"/>
              <a:defRPr sz="105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6FF859F-7244-EAD6-6BCA-083FD1ED86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640" y="1438911"/>
            <a:ext cx="5394960" cy="4497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Tx/>
              <a:buChar char="–"/>
              <a:defRPr sz="105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70CBD-5824-71B1-5F06-6576735AB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ECB9899-4E6C-EEFE-3353-8B20B5029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1342762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High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54CA6D0-F333-42D3-FCF5-9C41B3F2EC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1438911"/>
            <a:ext cx="11125200" cy="275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5000000000000000000" pitchFamily="2" charset="2"/>
              <a:buChar char="§"/>
              <a:defRPr sz="1200"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Times New Roman" panose="02070309020205020404" pitchFamily="49" charset="0"/>
              <a:buChar char="o"/>
              <a:defRPr sz="1000"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Char char="–"/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here to add a lead-in title of your graph, table, image, etc. below: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E7BFC-45AF-DD09-E44F-8A7362827606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D0EA9D6-9840-0CFE-17C9-BFA3F3937C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533EA-933A-25EA-AA84-8AAB85308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AA3511EE-353C-01D2-BDDC-B308EB6C9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3401" y="1946181"/>
            <a:ext cx="11125199" cy="4187919"/>
          </a:xfrm>
          <a:prstGeom prst="roundRect">
            <a:avLst>
              <a:gd name="adj" fmla="val 3636"/>
            </a:avLst>
          </a:prstGeom>
          <a:solidFill>
            <a:schemeClr val="bg1"/>
          </a:solidFill>
        </p:spPr>
        <p:txBody>
          <a:bodyPr anchor="ctr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the icon above to add an image.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B8E5EC7-C47A-93FC-4EE4-066B249EBB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3314372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deas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A513A8EF-4A1E-DAB6-4E64-A849A64D2E74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533400" y="1598954"/>
            <a:ext cx="3474720" cy="2009001"/>
          </a:xfrm>
          <a:prstGeom prst="roundRect">
            <a:avLst>
              <a:gd name="adj" fmla="val 6675"/>
            </a:avLst>
          </a:prstGeom>
          <a:ln w="12700">
            <a:noFill/>
          </a:ln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the icon below to add a picture. Alternatively, you may drag and drop an image into this space.</a:t>
            </a:r>
          </a:p>
          <a:p>
            <a:r>
              <a:rPr lang="en-US"/>
              <a:t>Cropping may be needed, click the image, then ‘picture format’ and then ‘crop’</a:t>
            </a:r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4CECC1D5-7F73-2C69-A645-09C50E466857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58640" y="1598954"/>
            <a:ext cx="3474720" cy="2009001"/>
          </a:xfrm>
          <a:prstGeom prst="roundRect">
            <a:avLst>
              <a:gd name="adj" fmla="val 6146"/>
            </a:avLst>
          </a:prstGeom>
          <a:ln w="12700">
            <a:noFill/>
          </a:ln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the icon below to add a picture. Alternatively, you may drag and drop an image into this space.</a:t>
            </a:r>
          </a:p>
          <a:p>
            <a:r>
              <a:rPr lang="en-US"/>
              <a:t>Cropping may be needed, click the image, then ‘picture format’ and then ‘crop’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FDF4DF9-DCCC-93EF-3397-5F09F09EA29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183880" y="1598954"/>
            <a:ext cx="3474720" cy="2009001"/>
          </a:xfrm>
          <a:prstGeom prst="roundRect">
            <a:avLst>
              <a:gd name="adj" fmla="val 6146"/>
            </a:avLst>
          </a:prstGeom>
          <a:ln w="12700">
            <a:noFill/>
          </a:ln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the icon below to add a picture. Alternatively, you may drag and drop an image into this space.</a:t>
            </a:r>
          </a:p>
          <a:p>
            <a:r>
              <a:rPr lang="en-US"/>
              <a:t>Cropping may be needed, click the image, then ‘picture format’ and then ‘crop’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13C9C6-EEE8-AC2D-CC87-356C3B18271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19200" y="3437493"/>
            <a:ext cx="2103120" cy="36576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BAB7A69-C5BA-D038-E4BD-A37D41A4778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44440" y="3437493"/>
            <a:ext cx="2103120" cy="365760"/>
          </a:xfrm>
          <a:prstGeom prst="round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ECE16DB0-042F-ED13-1266-7FE2B6C60D3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869680" y="3437493"/>
            <a:ext cx="2103120" cy="365760"/>
          </a:xfrm>
          <a:prstGeom prst="roundRect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1541F-8CA8-7892-6FE5-475184378FE6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D02E7C4-6BCE-4A36-4B1A-7A8924192E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47E7A588-44F5-E386-201A-DEE3DE05BA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00" y="3932497"/>
            <a:ext cx="3474720" cy="220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Tx/>
              <a:buChar char="–"/>
              <a:defRPr sz="10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54404F3-F9C5-AABD-0F29-144A0CCA3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8640" y="3932497"/>
            <a:ext cx="3474720" cy="220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Tx/>
              <a:buChar char="–"/>
              <a:defRPr sz="10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14AB2B6-6ED7-84B1-9D6C-33193FC9A65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183880" y="3932497"/>
            <a:ext cx="3474720" cy="220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200">
                <a:solidFill>
                  <a:schemeClr val="tx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00">
                <a:solidFill>
                  <a:schemeClr val="tx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Tx/>
              <a:buChar char="–"/>
              <a:defRPr sz="100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04F479-7888-2E13-501D-23A0BA1FD1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CA449DC-87E1-11EC-C1D7-02CFBB3F4D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227350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Boxes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E87417-77C8-D4DC-4A74-1B9C0D3585AC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5EDB5B9-53D4-0B8C-D49F-16A6B619C6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3A9DFA-B77A-90FE-8542-A41098101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FA3E645-37CC-A5CD-7A1F-8F1A205BCC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1489305"/>
            <a:ext cx="2055364" cy="942975"/>
          </a:xfrm>
          <a:prstGeom prst="roundRect">
            <a:avLst>
              <a:gd name="adj" fmla="val 12290"/>
            </a:avLst>
          </a:prstGeom>
          <a:solidFill>
            <a:schemeClr val="accent1"/>
          </a:solidFill>
        </p:spPr>
        <p:txBody>
          <a:bodyPr anchor="ctr"/>
          <a:lstStyle>
            <a:lvl1pPr algn="ctr">
              <a:spcBef>
                <a:spcPts val="0"/>
              </a:spcBef>
              <a:defRPr sz="1400" b="1">
                <a:solidFill>
                  <a:schemeClr val="bg1"/>
                </a:solidFill>
              </a:defRPr>
            </a:lvl1pPr>
            <a:lvl2pPr algn="ctr">
              <a:defRPr sz="1200"/>
            </a:lvl2pPr>
            <a:lvl3pPr algn="ctr">
              <a:defRPr sz="1200"/>
            </a:lvl3pPr>
            <a:lvl4pPr algn="ctr">
              <a:defRPr sz="1200"/>
            </a:lvl4pPr>
            <a:lvl5pPr algn="ctr">
              <a:defRPr sz="1200"/>
            </a:lvl5pPr>
          </a:lstStyle>
          <a:p>
            <a:pPr lvl="0"/>
            <a:r>
              <a:rPr lang="en-US"/>
              <a:t>Click to add Title One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BED5D54-F20E-AAD3-CD73-EE7424AB0B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2634878"/>
            <a:ext cx="2055364" cy="3296252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100">
                <a:solidFill>
                  <a:schemeClr val="accent2"/>
                </a:solidFill>
              </a:defRPr>
            </a:lvl1pPr>
            <a:lvl2pPr marL="365760" indent="-182880">
              <a:buClr>
                <a:schemeClr val="accent2"/>
              </a:buClr>
              <a:buFont typeface="Arial" panose="020B0604020202020204" pitchFamily="34" charset="0"/>
              <a:buChar char="–"/>
              <a:defRPr sz="900"/>
            </a:lvl2pPr>
            <a:lvl3pPr marL="548640" indent="-182880">
              <a:buFont typeface="Arial" panose="020B0604020202020204" pitchFamily="34" charset="0"/>
              <a:buChar char="•"/>
              <a:defRPr sz="9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here to add more content related to topic one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EAEAA1EB-E38F-CAAE-CD27-FAD79EED12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00859" y="1489305"/>
            <a:ext cx="2055364" cy="942975"/>
          </a:xfrm>
          <a:prstGeom prst="roundRect">
            <a:avLst>
              <a:gd name="adj" fmla="val 12290"/>
            </a:avLst>
          </a:prstGeom>
          <a:solidFill>
            <a:schemeClr val="accent2"/>
          </a:solidFill>
        </p:spPr>
        <p:txBody>
          <a:bodyPr anchor="ctr"/>
          <a:lstStyle>
            <a:lvl1pPr algn="ctr">
              <a:spcBef>
                <a:spcPts val="0"/>
              </a:spcBef>
              <a:defRPr sz="1400" b="1">
                <a:solidFill>
                  <a:schemeClr val="bg1"/>
                </a:solidFill>
              </a:defRPr>
            </a:lvl1pPr>
            <a:lvl2pPr algn="ctr">
              <a:defRPr sz="1200"/>
            </a:lvl2pPr>
            <a:lvl3pPr algn="ctr">
              <a:defRPr sz="1200"/>
            </a:lvl3pPr>
            <a:lvl4pPr algn="ctr">
              <a:defRPr sz="1200"/>
            </a:lvl4pPr>
            <a:lvl5pPr algn="ctr">
              <a:defRPr sz="1200"/>
            </a:lvl5pPr>
          </a:lstStyle>
          <a:p>
            <a:pPr lvl="0"/>
            <a:r>
              <a:rPr lang="en-US"/>
              <a:t>Click to add Title Two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D0170F6-483B-FBE9-E4EA-BA693C7879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8318" y="1489305"/>
            <a:ext cx="2055364" cy="942975"/>
          </a:xfrm>
          <a:prstGeom prst="roundRect">
            <a:avLst>
              <a:gd name="adj" fmla="val 12290"/>
            </a:avLst>
          </a:prstGeom>
          <a:solidFill>
            <a:schemeClr val="accent3"/>
          </a:solidFill>
        </p:spPr>
        <p:txBody>
          <a:bodyPr anchor="ctr"/>
          <a:lstStyle>
            <a:lvl1pPr algn="ctr">
              <a:spcBef>
                <a:spcPts val="0"/>
              </a:spcBef>
              <a:defRPr sz="1400" b="1">
                <a:solidFill>
                  <a:schemeClr val="accent2"/>
                </a:solidFill>
              </a:defRPr>
            </a:lvl1pPr>
            <a:lvl2pPr algn="ctr">
              <a:defRPr sz="1200"/>
            </a:lvl2pPr>
            <a:lvl3pPr algn="ctr">
              <a:defRPr sz="1200"/>
            </a:lvl3pPr>
            <a:lvl4pPr algn="ctr">
              <a:defRPr sz="1200"/>
            </a:lvl4pPr>
            <a:lvl5pPr algn="ctr">
              <a:defRPr sz="12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Title Three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F55A47B-3D94-00BE-CA45-189ABDEB3B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35777" y="1489305"/>
            <a:ext cx="2055364" cy="942975"/>
          </a:xfrm>
          <a:prstGeom prst="roundRect">
            <a:avLst>
              <a:gd name="adj" fmla="val 12290"/>
            </a:avLst>
          </a:prstGeom>
          <a:solidFill>
            <a:schemeClr val="accent1"/>
          </a:solidFill>
        </p:spPr>
        <p:txBody>
          <a:bodyPr anchor="ctr"/>
          <a:lstStyle>
            <a:lvl1pPr algn="ctr">
              <a:spcBef>
                <a:spcPts val="0"/>
              </a:spcBef>
              <a:defRPr sz="1400" b="1">
                <a:solidFill>
                  <a:schemeClr val="bg1"/>
                </a:solidFill>
              </a:defRPr>
            </a:lvl1pPr>
            <a:lvl2pPr algn="ctr">
              <a:defRPr sz="1200"/>
            </a:lvl2pPr>
            <a:lvl3pPr algn="ctr">
              <a:defRPr sz="1200"/>
            </a:lvl3pPr>
            <a:lvl4pPr algn="ctr">
              <a:defRPr sz="1200"/>
            </a:lvl4pPr>
            <a:lvl5pPr algn="ctr">
              <a:defRPr sz="1200"/>
            </a:lvl5pPr>
          </a:lstStyle>
          <a:p>
            <a:pPr lvl="0"/>
            <a:r>
              <a:rPr lang="en-US"/>
              <a:t>Click to add Title Four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B251905-A123-BE66-47CF-0ADACE8D11D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03236" y="1489305"/>
            <a:ext cx="2055364" cy="942975"/>
          </a:xfrm>
          <a:prstGeom prst="roundRect">
            <a:avLst>
              <a:gd name="adj" fmla="val 12290"/>
            </a:avLst>
          </a:prstGeom>
          <a:solidFill>
            <a:schemeClr val="accent2"/>
          </a:solidFill>
        </p:spPr>
        <p:txBody>
          <a:bodyPr anchor="ctr"/>
          <a:lstStyle>
            <a:lvl1pPr algn="ctr">
              <a:spcBef>
                <a:spcPts val="0"/>
              </a:spcBef>
              <a:defRPr sz="1400" b="1">
                <a:solidFill>
                  <a:schemeClr val="bg1"/>
                </a:solidFill>
              </a:defRPr>
            </a:lvl1pPr>
            <a:lvl2pPr algn="ctr">
              <a:defRPr sz="1200"/>
            </a:lvl2pPr>
            <a:lvl3pPr algn="ctr">
              <a:defRPr sz="1200"/>
            </a:lvl3pPr>
            <a:lvl4pPr algn="ctr">
              <a:defRPr sz="1200"/>
            </a:lvl4pPr>
            <a:lvl5pPr algn="ctr">
              <a:defRPr sz="1200"/>
            </a:lvl5pPr>
          </a:lstStyle>
          <a:p>
            <a:pPr lvl="0"/>
            <a:r>
              <a:rPr lang="en-US"/>
              <a:t>Click to add Title Five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1083403F-319B-C02C-41DD-0BB846DAFD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68317" y="2634878"/>
            <a:ext cx="2055364" cy="3296252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100">
                <a:solidFill>
                  <a:schemeClr val="accent2"/>
                </a:solidFill>
              </a:defRPr>
            </a:lvl1pPr>
            <a:lvl2pPr marL="365760" indent="-182880">
              <a:buClr>
                <a:schemeClr val="accent2"/>
              </a:buClr>
              <a:buFont typeface="Arial" panose="020B0604020202020204" pitchFamily="34" charset="0"/>
              <a:buChar char="–"/>
              <a:defRPr sz="900"/>
            </a:lvl2pPr>
            <a:lvl3pPr marL="548640" indent="-182880">
              <a:buFont typeface="Arial" panose="020B0604020202020204" pitchFamily="34" charset="0"/>
              <a:buChar char="•"/>
              <a:defRPr sz="9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here to add more content related to topic three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3EC578A-AF4E-3C11-8CC3-1C74B82B93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00858" y="2634878"/>
            <a:ext cx="2055364" cy="3296252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100">
                <a:solidFill>
                  <a:schemeClr val="accent2"/>
                </a:solidFill>
              </a:defRPr>
            </a:lvl1pPr>
            <a:lvl2pPr marL="365760" indent="-182880">
              <a:buClr>
                <a:schemeClr val="accent2"/>
              </a:buClr>
              <a:buFont typeface="Arial" panose="020B0604020202020204" pitchFamily="34" charset="0"/>
              <a:buChar char="–"/>
              <a:defRPr sz="900"/>
            </a:lvl2pPr>
            <a:lvl3pPr marL="548640" indent="-182880">
              <a:buFont typeface="Arial" panose="020B0604020202020204" pitchFamily="34" charset="0"/>
              <a:buChar char="•"/>
              <a:defRPr sz="9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here to add more content related to topic two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1DA598C-E367-43B8-D989-5862190FCA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03236" y="2634878"/>
            <a:ext cx="2055364" cy="3296252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100">
                <a:solidFill>
                  <a:schemeClr val="accent2"/>
                </a:solidFill>
              </a:defRPr>
            </a:lvl1pPr>
            <a:lvl2pPr marL="365760" indent="-182880">
              <a:buClr>
                <a:schemeClr val="accent2"/>
              </a:buClr>
              <a:buFont typeface="Arial" panose="020B0604020202020204" pitchFamily="34" charset="0"/>
              <a:buChar char="–"/>
              <a:defRPr sz="900"/>
            </a:lvl2pPr>
            <a:lvl3pPr marL="548640" indent="-182880">
              <a:buFont typeface="Arial" panose="020B0604020202020204" pitchFamily="34" charset="0"/>
              <a:buChar char="•"/>
              <a:defRPr sz="9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here to add more content related to topic five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59557D3-A9FF-D300-6717-DDF5B451C1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35775" y="2634878"/>
            <a:ext cx="2055364" cy="3296252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100">
                <a:solidFill>
                  <a:schemeClr val="accent2"/>
                </a:solidFill>
              </a:defRPr>
            </a:lvl1pPr>
            <a:lvl2pPr marL="365760" indent="-182880">
              <a:buClr>
                <a:schemeClr val="accent2"/>
              </a:buClr>
              <a:buFont typeface="Arial" panose="020B0604020202020204" pitchFamily="34" charset="0"/>
              <a:buChar char="–"/>
              <a:defRPr sz="900"/>
            </a:lvl2pPr>
            <a:lvl3pPr marL="548640" indent="-182880">
              <a:buFont typeface="Arial" panose="020B0604020202020204" pitchFamily="34" charset="0"/>
              <a:buChar char="•"/>
              <a:defRPr sz="9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here to add more content related to topic four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0C47C6-ACB0-89A7-AC3C-1D02B7A1D1F2}"/>
              </a:ext>
            </a:extLst>
          </p:cNvPr>
          <p:cNvCxnSpPr>
            <a:cxnSpLocks/>
          </p:cNvCxnSpPr>
          <p:nvPr userDrawn="1"/>
        </p:nvCxnSpPr>
        <p:spPr>
          <a:xfrm>
            <a:off x="2694811" y="2634878"/>
            <a:ext cx="0" cy="32962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E6E028-9816-C844-FCFF-9F44A495C301}"/>
              </a:ext>
            </a:extLst>
          </p:cNvPr>
          <p:cNvCxnSpPr>
            <a:cxnSpLocks/>
          </p:cNvCxnSpPr>
          <p:nvPr userDrawn="1"/>
        </p:nvCxnSpPr>
        <p:spPr>
          <a:xfrm>
            <a:off x="4962270" y="2634878"/>
            <a:ext cx="0" cy="32962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7593C2F-8A6A-C067-A6C9-CC540E5309E2}"/>
              </a:ext>
            </a:extLst>
          </p:cNvPr>
          <p:cNvCxnSpPr>
            <a:cxnSpLocks/>
          </p:cNvCxnSpPr>
          <p:nvPr userDrawn="1"/>
        </p:nvCxnSpPr>
        <p:spPr>
          <a:xfrm>
            <a:off x="7229728" y="2634878"/>
            <a:ext cx="0" cy="32962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F2B384-E426-B506-6811-2749F66356FF}"/>
              </a:ext>
            </a:extLst>
          </p:cNvPr>
          <p:cNvCxnSpPr>
            <a:cxnSpLocks/>
          </p:cNvCxnSpPr>
          <p:nvPr userDrawn="1"/>
        </p:nvCxnSpPr>
        <p:spPr>
          <a:xfrm>
            <a:off x="9497187" y="2634878"/>
            <a:ext cx="0" cy="329625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D8A5E68-452F-9F8A-EFA7-E5C9C1BD26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1818946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568737-A044-DAF2-515F-9EFF0A20C811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B439AC2-0E23-D537-88F0-BE53B9D9CA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3FFC5D-B1E7-F2A9-5C90-280D712BC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5E834C-FCFF-674E-E1D0-14048C8F233D}"/>
              </a:ext>
            </a:extLst>
          </p:cNvPr>
          <p:cNvSpPr/>
          <p:nvPr userDrawn="1"/>
        </p:nvSpPr>
        <p:spPr>
          <a:xfrm>
            <a:off x="6252804" y="1435330"/>
            <a:ext cx="5405796" cy="4549775"/>
          </a:xfrm>
          <a:prstGeom prst="roundRect">
            <a:avLst>
              <a:gd name="adj" fmla="val 29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EEA59D-440B-7FAC-17CA-42C817EE6F83}"/>
              </a:ext>
            </a:extLst>
          </p:cNvPr>
          <p:cNvSpPr/>
          <p:nvPr userDrawn="1"/>
        </p:nvSpPr>
        <p:spPr>
          <a:xfrm>
            <a:off x="533400" y="1435330"/>
            <a:ext cx="5405796" cy="4549775"/>
          </a:xfrm>
          <a:prstGeom prst="roundRect">
            <a:avLst>
              <a:gd name="adj" fmla="val 293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7B78E4A3-B461-C0B9-31D5-C50555EAB7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4281" y="1895908"/>
            <a:ext cx="4504035" cy="1477328"/>
          </a:xfrm>
          <a:prstGeom prst="rect">
            <a:avLst/>
          </a:prstGeom>
        </p:spPr>
        <p:txBody>
          <a:bodyPr anchor="t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Use this textbox to type the header #1 in.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85194CA8-2E23-322E-267F-87D08FC55A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4281" y="4321009"/>
            <a:ext cx="4504035" cy="1231106"/>
          </a:xfrm>
          <a:prstGeom prst="rect">
            <a:avLst/>
          </a:prstGeom>
        </p:spPr>
        <p:txBody>
          <a:bodyPr anchor="b"/>
          <a:lstStyle>
            <a:lvl1pPr>
              <a:defRPr sz="1600"/>
            </a:lvl1pPr>
          </a:lstStyle>
          <a:p>
            <a:pPr lvl="0"/>
            <a:r>
              <a:rPr lang="en-US"/>
              <a:t>This text can be used to capture any content related to header #1.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F04BBCB2-A01E-B392-F12B-8A81295DFE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03685" y="1895908"/>
            <a:ext cx="4504035" cy="1477328"/>
          </a:xfrm>
          <a:prstGeom prst="rect">
            <a:avLst/>
          </a:prstGeom>
        </p:spPr>
        <p:txBody>
          <a:bodyPr anchor="t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Use this textbox to type the header #2 in.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5B5E952-A9F9-9E96-D5E8-B38FD5D55A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3685" y="4321009"/>
            <a:ext cx="4504035" cy="1231106"/>
          </a:xfrm>
          <a:prstGeom prst="rect">
            <a:avLst/>
          </a:prstGeom>
        </p:spPr>
        <p:txBody>
          <a:bodyPr anchor="b"/>
          <a:lstStyle>
            <a:lvl1pPr>
              <a:defRPr sz="1600"/>
            </a:lvl1pPr>
          </a:lstStyle>
          <a:p>
            <a:pPr lvl="0"/>
            <a:r>
              <a:rPr lang="en-US"/>
              <a:t>This text can be used to capture any content related to header #2.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24675-688D-90BB-7287-F7F6D9C9D9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1808640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mparisons w/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52EAB8-CCFB-1760-688C-207A1E7BDCDE}"/>
              </a:ext>
            </a:extLst>
          </p:cNvPr>
          <p:cNvSpPr/>
          <p:nvPr userDrawn="1"/>
        </p:nvSpPr>
        <p:spPr>
          <a:xfrm>
            <a:off x="4358640" y="1435330"/>
            <a:ext cx="3474720" cy="4572000"/>
          </a:xfrm>
          <a:prstGeom prst="roundRect">
            <a:avLst>
              <a:gd name="adj" fmla="val 396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22C346-B93F-496E-8680-3D5D53022449}"/>
              </a:ext>
            </a:extLst>
          </p:cNvPr>
          <p:cNvSpPr/>
          <p:nvPr userDrawn="1"/>
        </p:nvSpPr>
        <p:spPr>
          <a:xfrm>
            <a:off x="8183880" y="1435330"/>
            <a:ext cx="3474720" cy="4572000"/>
          </a:xfrm>
          <a:prstGeom prst="roundRect">
            <a:avLst>
              <a:gd name="adj" fmla="val 396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92C26F-F905-CA3D-2DB9-BC5CC9EF4241}"/>
              </a:ext>
            </a:extLst>
          </p:cNvPr>
          <p:cNvSpPr/>
          <p:nvPr userDrawn="1"/>
        </p:nvSpPr>
        <p:spPr>
          <a:xfrm>
            <a:off x="533400" y="1435330"/>
            <a:ext cx="3474720" cy="4572000"/>
          </a:xfrm>
          <a:prstGeom prst="roundRect">
            <a:avLst>
              <a:gd name="adj" fmla="val 396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A8255B-9204-CE24-7B45-6EB8297BC5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1517650"/>
            <a:ext cx="3200400" cy="415925"/>
          </a:xfrm>
          <a:prstGeom prst="rect">
            <a:avLst/>
          </a:prstGeom>
        </p:spPr>
        <p:txBody>
          <a:bodyPr lIns="0" rIns="0"/>
          <a:lstStyle>
            <a:lvl1pPr algn="ctr"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06293F6-8A59-524D-263C-542CE1FD24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3260" y="1502730"/>
            <a:ext cx="3200400" cy="415925"/>
          </a:xfrm>
          <a:prstGeom prst="rect">
            <a:avLst/>
          </a:prstGeom>
        </p:spPr>
        <p:txBody>
          <a:bodyPr lIns="0" rIns="0"/>
          <a:lstStyle>
            <a:lvl1pPr algn="ctr"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26BA6BB-4023-CBA7-84AF-2ADB5343C9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21040" y="1501145"/>
            <a:ext cx="3200400" cy="415925"/>
          </a:xfrm>
          <a:prstGeom prst="rect">
            <a:avLst/>
          </a:prstGeom>
        </p:spPr>
        <p:txBody>
          <a:bodyPr lIns="0" rIns="0"/>
          <a:lstStyle>
            <a:lvl1pPr algn="ctr"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A5FD70-1864-C886-F8CA-CC7C71705556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385DCA-99FD-44B0-E478-0975C82652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003F2DA5-D6E3-DA93-8F55-446FF2956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560" y="2133600"/>
            <a:ext cx="3200400" cy="37240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Tx/>
              <a:buChar char="–"/>
              <a:defRPr sz="105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9BD355E-9D5E-5309-AC4F-FFA4B5A1FC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95800" y="2133600"/>
            <a:ext cx="3200400" cy="37240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Tx/>
              <a:buChar char="–"/>
              <a:defRPr sz="105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7789E3D8-A187-709E-ABC1-0D58F609FF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21040" y="2133600"/>
            <a:ext cx="3200400" cy="37240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Tx/>
              <a:buChar char="–"/>
              <a:defRPr sz="105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EBE24-3F76-E1D2-F2CC-05B0FE486A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6FE1FA-6973-5F77-EAF6-D548B94E4B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432418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mparisons w/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52EAB8-CCFB-1760-688C-207A1E7BDCDE}"/>
              </a:ext>
            </a:extLst>
          </p:cNvPr>
          <p:cNvSpPr/>
          <p:nvPr userDrawn="1"/>
        </p:nvSpPr>
        <p:spPr>
          <a:xfrm>
            <a:off x="4358640" y="1435330"/>
            <a:ext cx="3474720" cy="4572000"/>
          </a:xfrm>
          <a:prstGeom prst="roundRect">
            <a:avLst>
              <a:gd name="adj" fmla="val 396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22C346-B93F-496E-8680-3D5D53022449}"/>
              </a:ext>
            </a:extLst>
          </p:cNvPr>
          <p:cNvSpPr/>
          <p:nvPr userDrawn="1"/>
        </p:nvSpPr>
        <p:spPr>
          <a:xfrm>
            <a:off x="8183880" y="1435330"/>
            <a:ext cx="3474720" cy="4572000"/>
          </a:xfrm>
          <a:prstGeom prst="roundRect">
            <a:avLst>
              <a:gd name="adj" fmla="val 396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92C26F-F905-CA3D-2DB9-BC5CC9EF4241}"/>
              </a:ext>
            </a:extLst>
          </p:cNvPr>
          <p:cNvSpPr/>
          <p:nvPr userDrawn="1"/>
        </p:nvSpPr>
        <p:spPr>
          <a:xfrm>
            <a:off x="533400" y="1435330"/>
            <a:ext cx="3474720" cy="4572000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A8255B-9204-CE24-7B45-6EB8297BC5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560" y="1517650"/>
            <a:ext cx="3200400" cy="415925"/>
          </a:xfrm>
          <a:prstGeom prst="rect">
            <a:avLst/>
          </a:prstGeom>
        </p:spPr>
        <p:txBody>
          <a:bodyPr lIns="0" rIns="0"/>
          <a:lstStyle>
            <a:lvl1pPr algn="ctr"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06293F6-8A59-524D-263C-542CE1FD24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3260" y="1502730"/>
            <a:ext cx="3200400" cy="415925"/>
          </a:xfrm>
          <a:prstGeom prst="rect">
            <a:avLst/>
          </a:prstGeom>
        </p:spPr>
        <p:txBody>
          <a:bodyPr lIns="0" rIns="0"/>
          <a:lstStyle>
            <a:lvl1pPr algn="ctr">
              <a:defRPr sz="20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26BA6BB-4023-CBA7-84AF-2ADB5343C9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21040" y="1501145"/>
            <a:ext cx="3200400" cy="415925"/>
          </a:xfrm>
          <a:prstGeom prst="rect">
            <a:avLst/>
          </a:prstGeom>
        </p:spPr>
        <p:txBody>
          <a:bodyPr lIns="0" rIns="0"/>
          <a:lstStyle>
            <a:lvl1pPr algn="ctr"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A5FD70-1864-C886-F8CA-CC7C71705556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385DCA-99FD-44B0-E478-0975C82652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003F2DA5-D6E3-DA93-8F55-446FF2956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560" y="2133599"/>
            <a:ext cx="3200400" cy="3657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bg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Font typeface="Courier New" panose="02070309020205020404" pitchFamily="49" charset="0"/>
              <a:buChar char="o"/>
              <a:defRPr sz="1400">
                <a:solidFill>
                  <a:schemeClr val="bg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chemeClr val="bg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FontTx/>
              <a:buChar char="–"/>
              <a:defRPr sz="105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9BD355E-9D5E-5309-AC4F-FFA4B5A1FC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95800" y="2133599"/>
            <a:ext cx="3200400" cy="3657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bg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Font typeface="Courier New" panose="02070309020205020404" pitchFamily="49" charset="0"/>
              <a:buChar char="o"/>
              <a:defRPr sz="1400">
                <a:solidFill>
                  <a:schemeClr val="bg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chemeClr val="bg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FontTx/>
              <a:buChar char="–"/>
              <a:defRPr sz="105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7789E3D8-A187-709E-ABC1-0D58F609FF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21040" y="2133599"/>
            <a:ext cx="3200400" cy="36576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accent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>
                <a:solidFill>
                  <a:schemeClr val="accent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400">
                <a:solidFill>
                  <a:schemeClr val="accent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50">
                <a:solidFill>
                  <a:schemeClr val="accent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2"/>
              </a:buClr>
              <a:buFontTx/>
              <a:buChar char="–"/>
              <a:defRPr sz="105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EBE24-3F76-E1D2-F2CC-05B0FE486A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7EB513E-BC1F-AD3A-A69C-251ABE85B7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2984369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3">
            <a:extLst>
              <a:ext uri="{FF2B5EF4-FFF2-40B4-BE49-F238E27FC236}">
                <a16:creationId xmlns:a16="http://schemas.microsoft.com/office/drawing/2014/main" id="{328A8844-C89C-96CC-B96E-FCDE25EA7595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6264275" y="1438275"/>
            <a:ext cx="5394325" cy="44973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the icon below to add a chart of your choice. Alternatively, you may copy/paste a chart from an excel file into this location.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7E3E51-F3B7-7579-08FA-5DDD16B42786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521007"/>
            <a:ext cx="0" cy="4340496"/>
          </a:xfrm>
          <a:prstGeom prst="line">
            <a:avLst/>
          </a:prstGeom>
          <a:ln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934B0F7-C8CE-FAB0-657C-49344FC4667C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D49AFD8-0654-5A6A-6C1F-BA2A96B3AE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3096F9C-E3AA-DFA0-B667-ED4072D387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400" y="1438911"/>
            <a:ext cx="5394960" cy="4497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Tx/>
              <a:buChar char="–"/>
              <a:defRPr sz="105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a lead-in to your copy</a:t>
            </a:r>
          </a:p>
          <a:p>
            <a:pPr lvl="1"/>
            <a:r>
              <a:rPr lang="en-US"/>
              <a:t>Click ‘increase ident level’ to access the Second level</a:t>
            </a:r>
          </a:p>
          <a:p>
            <a:pPr lvl="2"/>
            <a:r>
              <a:rPr lang="en-US"/>
              <a:t>Click ‘increase ident level’ again to access the 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EE7ED-87FE-B4A2-C9F2-1E632DDBF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8F06DF4-B7AD-97CD-1E3F-CAF30D43F0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3367557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54CA6D0-F333-42D3-FCF5-9C41B3F2EC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1438911"/>
            <a:ext cx="11125200" cy="275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600"/>
              </a:spcAft>
              <a:buNone/>
              <a:defRPr sz="1800" b="1">
                <a:solidFill>
                  <a:schemeClr val="tx2"/>
                </a:solidFill>
                <a:latin typeface="+mn-lt"/>
              </a:defRPr>
            </a:lvl1pPr>
            <a:lvl2pPr marL="285750" indent="-1682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latin typeface="+mn-lt"/>
              </a:defRPr>
            </a:lvl2pPr>
            <a:lvl3pPr marL="36576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5000000000000000000" pitchFamily="2" charset="2"/>
              <a:buChar char="§"/>
              <a:defRPr sz="1200">
                <a:latin typeface="+mn-lt"/>
              </a:defRPr>
            </a:lvl3pPr>
            <a:lvl4pPr marL="54864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Times New Roman" panose="02070309020205020404" pitchFamily="49" charset="0"/>
              <a:buChar char="o"/>
              <a:defRPr sz="1000">
                <a:latin typeface="+mn-lt"/>
              </a:defRPr>
            </a:lvl4pPr>
            <a:lvl5pPr marL="73152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Char char="–"/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here to add a lead-in title of your video below:</a:t>
            </a:r>
          </a:p>
        </p:txBody>
      </p:sp>
      <p:sp>
        <p:nvSpPr>
          <p:cNvPr id="9" name="Table Placeholder 7">
            <a:extLst>
              <a:ext uri="{FF2B5EF4-FFF2-40B4-BE49-F238E27FC236}">
                <a16:creationId xmlns:a16="http://schemas.microsoft.com/office/drawing/2014/main" id="{F0E17521-42E0-92FE-B3E4-7B4349D9DAA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33400" y="2052638"/>
            <a:ext cx="11125200" cy="38576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the icon below to add a table.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7E31BD-E89E-B096-5487-E65FF6803395}"/>
              </a:ext>
            </a:extLst>
          </p:cNvPr>
          <p:cNvSpPr txBox="1"/>
          <p:nvPr userDrawn="1"/>
        </p:nvSpPr>
        <p:spPr>
          <a:xfrm>
            <a:off x="9116291" y="6286500"/>
            <a:ext cx="2087420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</a:t>
            </a:r>
            <a:fld id="{C06470ED-21C7-40ED-82BE-BAD6B405BEC9}" type="datetimeyyyy">
              <a:rPr lang="en-US" alt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</a:t>
            </a:fld>
            <a:r>
              <a:rPr lang="en-US" altLang="en-US" sz="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Cargill, Incorporated. All rights reserved.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A18EC7F-9C93-3825-0D5B-D2E04D0260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249" y="6360160"/>
            <a:ext cx="7811041" cy="4165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00" i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here to add a citation, footnotes or any additional supporting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8BE21-1DE3-38ED-5434-F3D410FF62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268070"/>
            <a:ext cx="11125200" cy="646331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3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here to add a title to your slide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7E8D288-1B60-B8F8-C29B-3825724112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914401"/>
            <a:ext cx="11125200" cy="3413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1400" kern="900" spc="-30" baseline="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400"/>
            </a:lvl2pPr>
          </a:lstStyle>
          <a:p>
            <a:pPr lvl="0"/>
            <a:r>
              <a:rPr lang="en-US"/>
              <a:t>Click to add the slide subtitle or other notes you wish to cover</a:t>
            </a:r>
          </a:p>
        </p:txBody>
      </p:sp>
    </p:spTree>
    <p:extLst>
      <p:ext uri="{BB962C8B-B14F-4D97-AF65-F5344CB8AC3E}">
        <p14:creationId xmlns:p14="http://schemas.microsoft.com/office/powerpoint/2010/main" val="1992624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7566EB02-1596-3DC6-8887-D29BA30978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2105" y="2659145"/>
            <a:ext cx="3267789" cy="153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0151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gill Leaf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71D3E61-8C37-3876-2606-9B16FEA843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7211" y="2662712"/>
            <a:ext cx="3277578" cy="153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57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ep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2C3C651-0EE2-7BD8-56E2-0A2CD3FE88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7211" y="2662712"/>
            <a:ext cx="3277578" cy="153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129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ft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936510F-05D7-8984-0015-906FACA6C508}"/>
              </a:ext>
            </a:extLst>
          </p:cNvPr>
          <p:cNvGrpSpPr/>
          <p:nvPr userDrawn="1"/>
        </p:nvGrpSpPr>
        <p:grpSpPr>
          <a:xfrm>
            <a:off x="4457185" y="2668642"/>
            <a:ext cx="3277631" cy="1530117"/>
            <a:chOff x="4341119" y="2569059"/>
            <a:chExt cx="3277631" cy="153011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CCA009F-0D3F-53FB-10F2-14B96E05ABD1}"/>
                </a:ext>
              </a:extLst>
            </p:cNvPr>
            <p:cNvSpPr/>
            <p:nvPr userDrawn="1"/>
          </p:nvSpPr>
          <p:spPr>
            <a:xfrm>
              <a:off x="7494703" y="3771645"/>
              <a:ext cx="124047" cy="120329"/>
            </a:xfrm>
            <a:custGeom>
              <a:avLst/>
              <a:gdLst>
                <a:gd name="connsiteX0" fmla="*/ 62137 w 124047"/>
                <a:gd name="connsiteY0" fmla="*/ 120330 h 120329"/>
                <a:gd name="connsiteX1" fmla="*/ 30727 w 124047"/>
                <a:gd name="connsiteY1" fmla="*/ 112288 h 120329"/>
                <a:gd name="connsiteX2" fmla="*/ 8270 w 124047"/>
                <a:gd name="connsiteY2" fmla="*/ 90437 h 120329"/>
                <a:gd name="connsiteX3" fmla="*/ 0 w 124047"/>
                <a:gd name="connsiteY3" fmla="*/ 60165 h 120329"/>
                <a:gd name="connsiteX4" fmla="*/ 8270 w 124047"/>
                <a:gd name="connsiteY4" fmla="*/ 29893 h 120329"/>
                <a:gd name="connsiteX5" fmla="*/ 30727 w 124047"/>
                <a:gd name="connsiteY5" fmla="*/ 8042 h 120329"/>
                <a:gd name="connsiteX6" fmla="*/ 62137 w 124047"/>
                <a:gd name="connsiteY6" fmla="*/ 0 h 120329"/>
                <a:gd name="connsiteX7" fmla="*/ 93396 w 124047"/>
                <a:gd name="connsiteY7" fmla="*/ 8042 h 120329"/>
                <a:gd name="connsiteX8" fmla="*/ 115853 w 124047"/>
                <a:gd name="connsiteY8" fmla="*/ 29893 h 120329"/>
                <a:gd name="connsiteX9" fmla="*/ 124047 w 124047"/>
                <a:gd name="connsiteY9" fmla="*/ 60165 h 120329"/>
                <a:gd name="connsiteX10" fmla="*/ 115853 w 124047"/>
                <a:gd name="connsiteY10" fmla="*/ 90437 h 120329"/>
                <a:gd name="connsiteX11" fmla="*/ 93396 w 124047"/>
                <a:gd name="connsiteY11" fmla="*/ 112288 h 120329"/>
                <a:gd name="connsiteX12" fmla="*/ 62137 w 124047"/>
                <a:gd name="connsiteY12" fmla="*/ 120330 h 120329"/>
                <a:gd name="connsiteX13" fmla="*/ 62137 w 124047"/>
                <a:gd name="connsiteY13" fmla="*/ 110998 h 120329"/>
                <a:gd name="connsiteX14" fmla="*/ 88616 w 124047"/>
                <a:gd name="connsiteY14" fmla="*/ 104246 h 120329"/>
                <a:gd name="connsiteX15" fmla="*/ 107432 w 124047"/>
                <a:gd name="connsiteY15" fmla="*/ 85885 h 120329"/>
                <a:gd name="connsiteX16" fmla="*/ 114260 w 124047"/>
                <a:gd name="connsiteY16" fmla="*/ 60165 h 120329"/>
                <a:gd name="connsiteX17" fmla="*/ 107432 w 124047"/>
                <a:gd name="connsiteY17" fmla="*/ 34445 h 120329"/>
                <a:gd name="connsiteX18" fmla="*/ 88616 w 124047"/>
                <a:gd name="connsiteY18" fmla="*/ 16009 h 120329"/>
                <a:gd name="connsiteX19" fmla="*/ 62213 w 124047"/>
                <a:gd name="connsiteY19" fmla="*/ 9256 h 120329"/>
                <a:gd name="connsiteX20" fmla="*/ 35659 w 124047"/>
                <a:gd name="connsiteY20" fmla="*/ 16009 h 120329"/>
                <a:gd name="connsiteX21" fmla="*/ 16843 w 124047"/>
                <a:gd name="connsiteY21" fmla="*/ 34445 h 120329"/>
                <a:gd name="connsiteX22" fmla="*/ 9939 w 124047"/>
                <a:gd name="connsiteY22" fmla="*/ 60165 h 120329"/>
                <a:gd name="connsiteX23" fmla="*/ 16843 w 124047"/>
                <a:gd name="connsiteY23" fmla="*/ 85885 h 120329"/>
                <a:gd name="connsiteX24" fmla="*/ 35659 w 124047"/>
                <a:gd name="connsiteY24" fmla="*/ 104246 h 120329"/>
                <a:gd name="connsiteX25" fmla="*/ 62213 w 124047"/>
                <a:gd name="connsiteY25" fmla="*/ 110998 h 120329"/>
                <a:gd name="connsiteX26" fmla="*/ 38390 w 124047"/>
                <a:gd name="connsiteY26" fmla="*/ 92637 h 120329"/>
                <a:gd name="connsiteX27" fmla="*/ 38390 w 124047"/>
                <a:gd name="connsiteY27" fmla="*/ 26251 h 120329"/>
                <a:gd name="connsiteX28" fmla="*/ 66007 w 124047"/>
                <a:gd name="connsiteY28" fmla="*/ 26251 h 120329"/>
                <a:gd name="connsiteX29" fmla="*/ 77918 w 124047"/>
                <a:gd name="connsiteY29" fmla="*/ 28375 h 120329"/>
                <a:gd name="connsiteX30" fmla="*/ 85657 w 124047"/>
                <a:gd name="connsiteY30" fmla="*/ 34597 h 120329"/>
                <a:gd name="connsiteX31" fmla="*/ 88388 w 124047"/>
                <a:gd name="connsiteY31" fmla="*/ 44536 h 120329"/>
                <a:gd name="connsiteX32" fmla="*/ 86643 w 124047"/>
                <a:gd name="connsiteY32" fmla="*/ 52730 h 120329"/>
                <a:gd name="connsiteX33" fmla="*/ 81029 w 124047"/>
                <a:gd name="connsiteY33" fmla="*/ 58799 h 120329"/>
                <a:gd name="connsiteX34" fmla="*/ 71014 w 124047"/>
                <a:gd name="connsiteY34" fmla="*/ 61834 h 120329"/>
                <a:gd name="connsiteX35" fmla="*/ 71318 w 124047"/>
                <a:gd name="connsiteY35" fmla="*/ 59179 h 120329"/>
                <a:gd name="connsiteX36" fmla="*/ 79739 w 124047"/>
                <a:gd name="connsiteY36" fmla="*/ 61151 h 120329"/>
                <a:gd name="connsiteX37" fmla="*/ 84671 w 124047"/>
                <a:gd name="connsiteY37" fmla="*/ 65779 h 120329"/>
                <a:gd name="connsiteX38" fmla="*/ 86643 w 124047"/>
                <a:gd name="connsiteY38" fmla="*/ 73215 h 120329"/>
                <a:gd name="connsiteX39" fmla="*/ 87402 w 124047"/>
                <a:gd name="connsiteY39" fmla="*/ 83533 h 120329"/>
                <a:gd name="connsiteX40" fmla="*/ 88388 w 124047"/>
                <a:gd name="connsiteY40" fmla="*/ 88540 h 120329"/>
                <a:gd name="connsiteX41" fmla="*/ 90437 w 124047"/>
                <a:gd name="connsiteY41" fmla="*/ 92637 h 120329"/>
                <a:gd name="connsiteX42" fmla="*/ 81408 w 124047"/>
                <a:gd name="connsiteY42" fmla="*/ 92637 h 120329"/>
                <a:gd name="connsiteX43" fmla="*/ 79663 w 124047"/>
                <a:gd name="connsiteY43" fmla="*/ 88996 h 120329"/>
                <a:gd name="connsiteX44" fmla="*/ 78905 w 124047"/>
                <a:gd name="connsiteY44" fmla="*/ 83533 h 120329"/>
                <a:gd name="connsiteX45" fmla="*/ 78298 w 124047"/>
                <a:gd name="connsiteY45" fmla="*/ 75187 h 120329"/>
                <a:gd name="connsiteX46" fmla="*/ 76856 w 124047"/>
                <a:gd name="connsiteY46" fmla="*/ 68890 h 120329"/>
                <a:gd name="connsiteX47" fmla="*/ 73366 w 124047"/>
                <a:gd name="connsiteY47" fmla="*/ 65628 h 120329"/>
                <a:gd name="connsiteX48" fmla="*/ 66993 w 124047"/>
                <a:gd name="connsiteY48" fmla="*/ 64641 h 120329"/>
                <a:gd name="connsiteX49" fmla="*/ 41577 w 124047"/>
                <a:gd name="connsiteY49" fmla="*/ 64641 h 120329"/>
                <a:gd name="connsiteX50" fmla="*/ 41577 w 124047"/>
                <a:gd name="connsiteY50" fmla="*/ 56675 h 120329"/>
                <a:gd name="connsiteX51" fmla="*/ 66690 w 124047"/>
                <a:gd name="connsiteY51" fmla="*/ 56675 h 120329"/>
                <a:gd name="connsiteX52" fmla="*/ 73518 w 124047"/>
                <a:gd name="connsiteY52" fmla="*/ 55385 h 120329"/>
                <a:gd name="connsiteX53" fmla="*/ 77843 w 124047"/>
                <a:gd name="connsiteY53" fmla="*/ 51592 h 120329"/>
                <a:gd name="connsiteX54" fmla="*/ 79360 w 124047"/>
                <a:gd name="connsiteY54" fmla="*/ 45522 h 120329"/>
                <a:gd name="connsiteX55" fmla="*/ 77843 w 124047"/>
                <a:gd name="connsiteY55" fmla="*/ 39301 h 120329"/>
                <a:gd name="connsiteX56" fmla="*/ 73290 w 124047"/>
                <a:gd name="connsiteY56" fmla="*/ 35507 h 120329"/>
                <a:gd name="connsiteX57" fmla="*/ 65931 w 124047"/>
                <a:gd name="connsiteY57" fmla="*/ 34217 h 120329"/>
                <a:gd name="connsiteX58" fmla="*/ 43018 w 124047"/>
                <a:gd name="connsiteY58" fmla="*/ 34217 h 120329"/>
                <a:gd name="connsiteX59" fmla="*/ 47115 w 124047"/>
                <a:gd name="connsiteY59" fmla="*/ 30120 h 120329"/>
                <a:gd name="connsiteX60" fmla="*/ 47115 w 124047"/>
                <a:gd name="connsiteY60" fmla="*/ 92637 h 120329"/>
                <a:gd name="connsiteX61" fmla="*/ 38390 w 124047"/>
                <a:gd name="connsiteY61" fmla="*/ 92637 h 12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24047" h="120329">
                  <a:moveTo>
                    <a:pt x="62137" y="120330"/>
                  </a:moveTo>
                  <a:cubicBezTo>
                    <a:pt x="50681" y="120330"/>
                    <a:pt x="40211" y="117675"/>
                    <a:pt x="30727" y="112288"/>
                  </a:cubicBezTo>
                  <a:cubicBezTo>
                    <a:pt x="21243" y="106901"/>
                    <a:pt x="13732" y="99693"/>
                    <a:pt x="8270" y="90437"/>
                  </a:cubicBezTo>
                  <a:cubicBezTo>
                    <a:pt x="2807" y="81257"/>
                    <a:pt x="0" y="71166"/>
                    <a:pt x="0" y="60165"/>
                  </a:cubicBezTo>
                  <a:cubicBezTo>
                    <a:pt x="0" y="49164"/>
                    <a:pt x="2731" y="39073"/>
                    <a:pt x="8270" y="29893"/>
                  </a:cubicBezTo>
                  <a:cubicBezTo>
                    <a:pt x="13732" y="20713"/>
                    <a:pt x="21243" y="13429"/>
                    <a:pt x="30727" y="8042"/>
                  </a:cubicBezTo>
                  <a:cubicBezTo>
                    <a:pt x="40211" y="2655"/>
                    <a:pt x="50681" y="0"/>
                    <a:pt x="62137" y="0"/>
                  </a:cubicBezTo>
                  <a:cubicBezTo>
                    <a:pt x="73594" y="0"/>
                    <a:pt x="83912" y="2655"/>
                    <a:pt x="93396" y="8042"/>
                  </a:cubicBezTo>
                  <a:cubicBezTo>
                    <a:pt x="102880" y="13429"/>
                    <a:pt x="110315" y="20637"/>
                    <a:pt x="115853" y="29893"/>
                  </a:cubicBezTo>
                  <a:cubicBezTo>
                    <a:pt x="121316" y="39073"/>
                    <a:pt x="124047" y="49164"/>
                    <a:pt x="124047" y="60165"/>
                  </a:cubicBezTo>
                  <a:cubicBezTo>
                    <a:pt x="124047" y="71166"/>
                    <a:pt x="121316" y="81257"/>
                    <a:pt x="115853" y="90437"/>
                  </a:cubicBezTo>
                  <a:cubicBezTo>
                    <a:pt x="110391" y="99617"/>
                    <a:pt x="102880" y="106901"/>
                    <a:pt x="93396" y="112288"/>
                  </a:cubicBezTo>
                  <a:cubicBezTo>
                    <a:pt x="83912" y="117675"/>
                    <a:pt x="73518" y="120330"/>
                    <a:pt x="62137" y="120330"/>
                  </a:cubicBezTo>
                  <a:close/>
                  <a:moveTo>
                    <a:pt x="62137" y="110998"/>
                  </a:moveTo>
                  <a:cubicBezTo>
                    <a:pt x="71849" y="110998"/>
                    <a:pt x="80650" y="108722"/>
                    <a:pt x="88616" y="104246"/>
                  </a:cubicBezTo>
                  <a:cubicBezTo>
                    <a:pt x="96582" y="99769"/>
                    <a:pt x="102804" y="93624"/>
                    <a:pt x="107432" y="85885"/>
                  </a:cubicBezTo>
                  <a:cubicBezTo>
                    <a:pt x="111984" y="78146"/>
                    <a:pt x="114260" y="69573"/>
                    <a:pt x="114260" y="60165"/>
                  </a:cubicBezTo>
                  <a:cubicBezTo>
                    <a:pt x="114260" y="50757"/>
                    <a:pt x="111984" y="42184"/>
                    <a:pt x="107432" y="34445"/>
                  </a:cubicBezTo>
                  <a:cubicBezTo>
                    <a:pt x="102880" y="26630"/>
                    <a:pt x="96582" y="20485"/>
                    <a:pt x="88616" y="16009"/>
                  </a:cubicBezTo>
                  <a:cubicBezTo>
                    <a:pt x="80650" y="11456"/>
                    <a:pt x="71849" y="9256"/>
                    <a:pt x="62213" y="9256"/>
                  </a:cubicBezTo>
                  <a:cubicBezTo>
                    <a:pt x="52578" y="9256"/>
                    <a:pt x="43625" y="11532"/>
                    <a:pt x="35659" y="16009"/>
                  </a:cubicBezTo>
                  <a:cubicBezTo>
                    <a:pt x="27692" y="20561"/>
                    <a:pt x="21395" y="26706"/>
                    <a:pt x="16843" y="34445"/>
                  </a:cubicBezTo>
                  <a:cubicBezTo>
                    <a:pt x="12291" y="42184"/>
                    <a:pt x="9939" y="50833"/>
                    <a:pt x="9939" y="60165"/>
                  </a:cubicBezTo>
                  <a:cubicBezTo>
                    <a:pt x="9939" y="69497"/>
                    <a:pt x="12215" y="78146"/>
                    <a:pt x="16843" y="85885"/>
                  </a:cubicBezTo>
                  <a:cubicBezTo>
                    <a:pt x="21395" y="93624"/>
                    <a:pt x="27692" y="99769"/>
                    <a:pt x="35659" y="104246"/>
                  </a:cubicBezTo>
                  <a:cubicBezTo>
                    <a:pt x="43625" y="108722"/>
                    <a:pt x="52502" y="110998"/>
                    <a:pt x="62213" y="110998"/>
                  </a:cubicBezTo>
                  <a:close/>
                  <a:moveTo>
                    <a:pt x="38390" y="92637"/>
                  </a:moveTo>
                  <a:lnTo>
                    <a:pt x="38390" y="26251"/>
                  </a:lnTo>
                  <a:lnTo>
                    <a:pt x="66007" y="26251"/>
                  </a:lnTo>
                  <a:cubicBezTo>
                    <a:pt x="70559" y="26251"/>
                    <a:pt x="74504" y="26934"/>
                    <a:pt x="77918" y="28375"/>
                  </a:cubicBezTo>
                  <a:cubicBezTo>
                    <a:pt x="81333" y="29817"/>
                    <a:pt x="83836" y="31866"/>
                    <a:pt x="85657" y="34597"/>
                  </a:cubicBezTo>
                  <a:cubicBezTo>
                    <a:pt x="87478" y="37328"/>
                    <a:pt x="88388" y="40666"/>
                    <a:pt x="88388" y="44536"/>
                  </a:cubicBezTo>
                  <a:cubicBezTo>
                    <a:pt x="88388" y="47571"/>
                    <a:pt x="87781" y="50302"/>
                    <a:pt x="86643" y="52730"/>
                  </a:cubicBezTo>
                  <a:cubicBezTo>
                    <a:pt x="85505" y="55158"/>
                    <a:pt x="83609" y="57130"/>
                    <a:pt x="81029" y="58799"/>
                  </a:cubicBezTo>
                  <a:cubicBezTo>
                    <a:pt x="78449" y="60468"/>
                    <a:pt x="75111" y="61455"/>
                    <a:pt x="71014" y="61834"/>
                  </a:cubicBezTo>
                  <a:lnTo>
                    <a:pt x="71318" y="59179"/>
                  </a:lnTo>
                  <a:cubicBezTo>
                    <a:pt x="74732" y="59406"/>
                    <a:pt x="77539" y="60013"/>
                    <a:pt x="79739" y="61151"/>
                  </a:cubicBezTo>
                  <a:cubicBezTo>
                    <a:pt x="81939" y="62289"/>
                    <a:pt x="83609" y="63807"/>
                    <a:pt x="84671" y="65779"/>
                  </a:cubicBezTo>
                  <a:cubicBezTo>
                    <a:pt x="85733" y="67752"/>
                    <a:pt x="86416" y="70256"/>
                    <a:pt x="86643" y="73215"/>
                  </a:cubicBezTo>
                  <a:lnTo>
                    <a:pt x="87402" y="83533"/>
                  </a:lnTo>
                  <a:cubicBezTo>
                    <a:pt x="87554" y="85506"/>
                    <a:pt x="87857" y="87175"/>
                    <a:pt x="88388" y="88540"/>
                  </a:cubicBezTo>
                  <a:cubicBezTo>
                    <a:pt x="88919" y="89906"/>
                    <a:pt x="89526" y="91272"/>
                    <a:pt x="90437" y="92637"/>
                  </a:cubicBezTo>
                  <a:lnTo>
                    <a:pt x="81408" y="92637"/>
                  </a:lnTo>
                  <a:cubicBezTo>
                    <a:pt x="80574" y="91651"/>
                    <a:pt x="80043" y="90437"/>
                    <a:pt x="79663" y="88996"/>
                  </a:cubicBezTo>
                  <a:cubicBezTo>
                    <a:pt x="79284" y="87554"/>
                    <a:pt x="79056" y="85733"/>
                    <a:pt x="78905" y="83533"/>
                  </a:cubicBezTo>
                  <a:lnTo>
                    <a:pt x="78298" y="75187"/>
                  </a:lnTo>
                  <a:cubicBezTo>
                    <a:pt x="78070" y="72532"/>
                    <a:pt x="77615" y="70407"/>
                    <a:pt x="76856" y="68890"/>
                  </a:cubicBezTo>
                  <a:cubicBezTo>
                    <a:pt x="76097" y="67373"/>
                    <a:pt x="74959" y="66235"/>
                    <a:pt x="73366" y="65628"/>
                  </a:cubicBezTo>
                  <a:cubicBezTo>
                    <a:pt x="71773" y="65021"/>
                    <a:pt x="69648" y="64641"/>
                    <a:pt x="66993" y="64641"/>
                  </a:cubicBezTo>
                  <a:lnTo>
                    <a:pt x="41577" y="64641"/>
                  </a:lnTo>
                  <a:lnTo>
                    <a:pt x="41577" y="56675"/>
                  </a:lnTo>
                  <a:lnTo>
                    <a:pt x="66690" y="56675"/>
                  </a:lnTo>
                  <a:cubicBezTo>
                    <a:pt x="69345" y="56675"/>
                    <a:pt x="71621" y="56220"/>
                    <a:pt x="73518" y="55385"/>
                  </a:cubicBezTo>
                  <a:cubicBezTo>
                    <a:pt x="75415" y="54551"/>
                    <a:pt x="76856" y="53261"/>
                    <a:pt x="77843" y="51592"/>
                  </a:cubicBezTo>
                  <a:cubicBezTo>
                    <a:pt x="78829" y="49923"/>
                    <a:pt x="79360" y="47950"/>
                    <a:pt x="79360" y="45522"/>
                  </a:cubicBezTo>
                  <a:cubicBezTo>
                    <a:pt x="79360" y="43094"/>
                    <a:pt x="78829" y="41046"/>
                    <a:pt x="77843" y="39301"/>
                  </a:cubicBezTo>
                  <a:cubicBezTo>
                    <a:pt x="76780" y="37632"/>
                    <a:pt x="75263" y="36342"/>
                    <a:pt x="73290" y="35507"/>
                  </a:cubicBezTo>
                  <a:cubicBezTo>
                    <a:pt x="71318" y="34673"/>
                    <a:pt x="68814" y="34217"/>
                    <a:pt x="65931" y="34217"/>
                  </a:cubicBezTo>
                  <a:lnTo>
                    <a:pt x="43018" y="34217"/>
                  </a:lnTo>
                  <a:lnTo>
                    <a:pt x="47115" y="30120"/>
                  </a:lnTo>
                  <a:lnTo>
                    <a:pt x="47115" y="92637"/>
                  </a:lnTo>
                  <a:lnTo>
                    <a:pt x="38390" y="92637"/>
                  </a:lnTo>
                  <a:close/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11BD3D9-AD94-DCDC-FCD9-89C67F1519FB}"/>
                </a:ext>
              </a:extLst>
            </p:cNvPr>
            <p:cNvSpPr/>
            <p:nvPr userDrawn="1"/>
          </p:nvSpPr>
          <p:spPr>
            <a:xfrm>
              <a:off x="7239022" y="2989880"/>
              <a:ext cx="379728" cy="874402"/>
            </a:xfrm>
            <a:custGeom>
              <a:avLst/>
              <a:gdLst>
                <a:gd name="connsiteX0" fmla="*/ 379729 w 379728"/>
                <a:gd name="connsiteY0" fmla="*/ 0 h 874402"/>
                <a:gd name="connsiteX1" fmla="*/ 198552 w 379728"/>
                <a:gd name="connsiteY1" fmla="*/ 874403 h 874402"/>
                <a:gd name="connsiteX2" fmla="*/ 0 w 379728"/>
                <a:gd name="connsiteY2" fmla="*/ 874403 h 874402"/>
                <a:gd name="connsiteX3" fmla="*/ 180722 w 379728"/>
                <a:gd name="connsiteY3" fmla="*/ 0 h 874402"/>
                <a:gd name="connsiteX4" fmla="*/ 379653 w 379728"/>
                <a:gd name="connsiteY4" fmla="*/ 0 h 87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8" h="874402">
                  <a:moveTo>
                    <a:pt x="379729" y="0"/>
                  </a:moveTo>
                  <a:cubicBezTo>
                    <a:pt x="372976" y="32017"/>
                    <a:pt x="203331" y="853159"/>
                    <a:pt x="198552" y="874403"/>
                  </a:cubicBezTo>
                  <a:lnTo>
                    <a:pt x="0" y="874403"/>
                  </a:lnTo>
                  <a:cubicBezTo>
                    <a:pt x="6449" y="842234"/>
                    <a:pt x="176473" y="21244"/>
                    <a:pt x="180722" y="0"/>
                  </a:cubicBezTo>
                  <a:lnTo>
                    <a:pt x="379653" y="0"/>
                  </a:lnTo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F17E9AB-91F5-413B-B49E-B1C8D309D408}"/>
                </a:ext>
              </a:extLst>
            </p:cNvPr>
            <p:cNvSpPr/>
            <p:nvPr userDrawn="1"/>
          </p:nvSpPr>
          <p:spPr>
            <a:xfrm>
              <a:off x="6920293" y="2989880"/>
              <a:ext cx="379728" cy="874402"/>
            </a:xfrm>
            <a:custGeom>
              <a:avLst/>
              <a:gdLst>
                <a:gd name="connsiteX0" fmla="*/ 379729 w 379728"/>
                <a:gd name="connsiteY0" fmla="*/ 0 h 874402"/>
                <a:gd name="connsiteX1" fmla="*/ 198627 w 379728"/>
                <a:gd name="connsiteY1" fmla="*/ 874403 h 874402"/>
                <a:gd name="connsiteX2" fmla="*/ 0 w 379728"/>
                <a:gd name="connsiteY2" fmla="*/ 874403 h 874402"/>
                <a:gd name="connsiteX3" fmla="*/ 180722 w 379728"/>
                <a:gd name="connsiteY3" fmla="*/ 0 h 874402"/>
                <a:gd name="connsiteX4" fmla="*/ 379653 w 379728"/>
                <a:gd name="connsiteY4" fmla="*/ 0 h 87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8" h="874402">
                  <a:moveTo>
                    <a:pt x="379729" y="0"/>
                  </a:moveTo>
                  <a:cubicBezTo>
                    <a:pt x="372900" y="32017"/>
                    <a:pt x="203255" y="853159"/>
                    <a:pt x="198627" y="874403"/>
                  </a:cubicBezTo>
                  <a:lnTo>
                    <a:pt x="0" y="874403"/>
                  </a:lnTo>
                  <a:cubicBezTo>
                    <a:pt x="6373" y="842234"/>
                    <a:pt x="176473" y="21244"/>
                    <a:pt x="180722" y="0"/>
                  </a:cubicBezTo>
                  <a:lnTo>
                    <a:pt x="379653" y="0"/>
                  </a:lnTo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E434DDE-E96D-C597-4E72-BD0BEC89E671}"/>
                </a:ext>
              </a:extLst>
            </p:cNvPr>
            <p:cNvSpPr/>
            <p:nvPr userDrawn="1"/>
          </p:nvSpPr>
          <p:spPr>
            <a:xfrm>
              <a:off x="6600501" y="3208613"/>
              <a:ext cx="334434" cy="655669"/>
            </a:xfrm>
            <a:custGeom>
              <a:avLst/>
              <a:gdLst>
                <a:gd name="connsiteX0" fmla="*/ 334434 w 334434"/>
                <a:gd name="connsiteY0" fmla="*/ 0 h 655669"/>
                <a:gd name="connsiteX1" fmla="*/ 198627 w 334434"/>
                <a:gd name="connsiteY1" fmla="*/ 655669 h 655669"/>
                <a:gd name="connsiteX2" fmla="*/ 0 w 334434"/>
                <a:gd name="connsiteY2" fmla="*/ 655669 h 655669"/>
                <a:gd name="connsiteX3" fmla="*/ 135504 w 334434"/>
                <a:gd name="connsiteY3" fmla="*/ 0 h 655669"/>
                <a:gd name="connsiteX4" fmla="*/ 334434 w 334434"/>
                <a:gd name="connsiteY4" fmla="*/ 0 h 65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434" h="655669">
                  <a:moveTo>
                    <a:pt x="334434" y="0"/>
                  </a:moveTo>
                  <a:cubicBezTo>
                    <a:pt x="327758" y="31562"/>
                    <a:pt x="203255" y="634805"/>
                    <a:pt x="198627" y="655669"/>
                  </a:cubicBezTo>
                  <a:lnTo>
                    <a:pt x="0" y="655669"/>
                  </a:lnTo>
                  <a:cubicBezTo>
                    <a:pt x="6449" y="624032"/>
                    <a:pt x="131255" y="20940"/>
                    <a:pt x="135504" y="0"/>
                  </a:cubicBezTo>
                  <a:lnTo>
                    <a:pt x="334434" y="0"/>
                  </a:lnTo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9F6B246-4562-5514-1BA9-60C3DFCA62EB}"/>
                </a:ext>
              </a:extLst>
            </p:cNvPr>
            <p:cNvSpPr/>
            <p:nvPr userDrawn="1"/>
          </p:nvSpPr>
          <p:spPr>
            <a:xfrm>
              <a:off x="5985866" y="3190784"/>
              <a:ext cx="654542" cy="908392"/>
            </a:xfrm>
            <a:custGeom>
              <a:avLst/>
              <a:gdLst>
                <a:gd name="connsiteX0" fmla="*/ 240369 w 654542"/>
                <a:gd name="connsiteY0" fmla="*/ 336939 h 908392"/>
                <a:gd name="connsiteX1" fmla="*/ 240748 w 654542"/>
                <a:gd name="connsiteY1" fmla="*/ 495659 h 908392"/>
                <a:gd name="connsiteX2" fmla="*/ 285284 w 654542"/>
                <a:gd name="connsiteY2" fmla="*/ 513565 h 908392"/>
                <a:gd name="connsiteX3" fmla="*/ 396889 w 654542"/>
                <a:gd name="connsiteY3" fmla="*/ 342857 h 908392"/>
                <a:gd name="connsiteX4" fmla="*/ 399772 w 654542"/>
                <a:gd name="connsiteY4" fmla="*/ 158720 h 908392"/>
                <a:gd name="connsiteX5" fmla="*/ 357360 w 654542"/>
                <a:gd name="connsiteY5" fmla="*/ 141422 h 908392"/>
                <a:gd name="connsiteX6" fmla="*/ 240445 w 654542"/>
                <a:gd name="connsiteY6" fmla="*/ 337015 h 908392"/>
                <a:gd name="connsiteX7" fmla="*/ 58130 w 654542"/>
                <a:gd name="connsiteY7" fmla="*/ 614700 h 908392"/>
                <a:gd name="connsiteX8" fmla="*/ 37797 w 654542"/>
                <a:gd name="connsiteY8" fmla="*/ 351430 h 908392"/>
                <a:gd name="connsiteX9" fmla="*/ 310093 w 654542"/>
                <a:gd name="connsiteY9" fmla="*/ 0 h 908392"/>
                <a:gd name="connsiteX10" fmla="*/ 436341 w 654542"/>
                <a:gd name="connsiteY10" fmla="*/ 99845 h 908392"/>
                <a:gd name="connsiteX11" fmla="*/ 437403 w 654542"/>
                <a:gd name="connsiteY11" fmla="*/ 112667 h 908392"/>
                <a:gd name="connsiteX12" fmla="*/ 451363 w 654542"/>
                <a:gd name="connsiteY12" fmla="*/ 112667 h 908392"/>
                <a:gd name="connsiteX13" fmla="*/ 470937 w 654542"/>
                <a:gd name="connsiteY13" fmla="*/ 17905 h 908392"/>
                <a:gd name="connsiteX14" fmla="*/ 654543 w 654542"/>
                <a:gd name="connsiteY14" fmla="*/ 17905 h 908392"/>
                <a:gd name="connsiteX15" fmla="*/ 518053 w 654542"/>
                <a:gd name="connsiteY15" fmla="*/ 673575 h 908392"/>
                <a:gd name="connsiteX16" fmla="*/ 200689 w 654542"/>
                <a:gd name="connsiteY16" fmla="*/ 908393 h 908392"/>
                <a:gd name="connsiteX17" fmla="*/ 317 w 654542"/>
                <a:gd name="connsiteY17" fmla="*/ 776379 h 908392"/>
                <a:gd name="connsiteX18" fmla="*/ 2821 w 654542"/>
                <a:gd name="connsiteY18" fmla="*/ 729491 h 908392"/>
                <a:gd name="connsiteX19" fmla="*/ 181798 w 654542"/>
                <a:gd name="connsiteY19" fmla="*/ 729491 h 908392"/>
                <a:gd name="connsiteX20" fmla="*/ 181798 w 654542"/>
                <a:gd name="connsiteY20" fmla="*/ 729643 h 908392"/>
                <a:gd name="connsiteX21" fmla="*/ 188247 w 654542"/>
                <a:gd name="connsiteY21" fmla="*/ 775696 h 908392"/>
                <a:gd name="connsiteX22" fmla="*/ 230278 w 654542"/>
                <a:gd name="connsiteY22" fmla="*/ 795574 h 908392"/>
                <a:gd name="connsiteX23" fmla="*/ 321626 w 654542"/>
                <a:gd name="connsiteY23" fmla="*/ 699598 h 908392"/>
                <a:gd name="connsiteX24" fmla="*/ 351898 w 654542"/>
                <a:gd name="connsiteY24" fmla="*/ 552562 h 908392"/>
                <a:gd name="connsiteX25" fmla="*/ 337255 w 654542"/>
                <a:gd name="connsiteY25" fmla="*/ 552562 h 908392"/>
                <a:gd name="connsiteX26" fmla="*/ 333006 w 654542"/>
                <a:gd name="connsiteY26" fmla="*/ 559466 h 908392"/>
                <a:gd name="connsiteX27" fmla="*/ 156533 w 654542"/>
                <a:gd name="connsiteY27" fmla="*/ 654911 h 908392"/>
                <a:gd name="connsiteX28" fmla="*/ 58130 w 654542"/>
                <a:gd name="connsiteY28" fmla="*/ 614775 h 908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4542" h="908392">
                  <a:moveTo>
                    <a:pt x="240369" y="336939"/>
                  </a:moveTo>
                  <a:cubicBezTo>
                    <a:pt x="220415" y="434281"/>
                    <a:pt x="221098" y="471457"/>
                    <a:pt x="240748" y="495659"/>
                  </a:cubicBezTo>
                  <a:cubicBezTo>
                    <a:pt x="250687" y="507799"/>
                    <a:pt x="265330" y="513565"/>
                    <a:pt x="285284" y="513565"/>
                  </a:cubicBezTo>
                  <a:cubicBezTo>
                    <a:pt x="341352" y="513565"/>
                    <a:pt x="368361" y="479651"/>
                    <a:pt x="396889" y="342857"/>
                  </a:cubicBezTo>
                  <a:cubicBezTo>
                    <a:pt x="417222" y="244833"/>
                    <a:pt x="419422" y="182695"/>
                    <a:pt x="399772" y="158720"/>
                  </a:cubicBezTo>
                  <a:cubicBezTo>
                    <a:pt x="390516" y="147112"/>
                    <a:pt x="376328" y="141422"/>
                    <a:pt x="357360" y="141422"/>
                  </a:cubicBezTo>
                  <a:cubicBezTo>
                    <a:pt x="299623" y="141422"/>
                    <a:pt x="268593" y="200221"/>
                    <a:pt x="240445" y="337015"/>
                  </a:cubicBezTo>
                  <a:moveTo>
                    <a:pt x="58130" y="614700"/>
                  </a:moveTo>
                  <a:cubicBezTo>
                    <a:pt x="18146" y="565612"/>
                    <a:pt x="10332" y="488679"/>
                    <a:pt x="37797" y="351430"/>
                  </a:cubicBezTo>
                  <a:cubicBezTo>
                    <a:pt x="98037" y="52730"/>
                    <a:pt x="211387" y="0"/>
                    <a:pt x="310093" y="0"/>
                  </a:cubicBezTo>
                  <a:cubicBezTo>
                    <a:pt x="357133" y="0"/>
                    <a:pt x="427768" y="17374"/>
                    <a:pt x="436341" y="99845"/>
                  </a:cubicBezTo>
                  <a:lnTo>
                    <a:pt x="437403" y="112667"/>
                  </a:lnTo>
                  <a:lnTo>
                    <a:pt x="451363" y="112667"/>
                  </a:lnTo>
                  <a:cubicBezTo>
                    <a:pt x="451363" y="112667"/>
                    <a:pt x="467372" y="35052"/>
                    <a:pt x="470937" y="17905"/>
                  </a:cubicBezTo>
                  <a:lnTo>
                    <a:pt x="654543" y="17905"/>
                  </a:lnTo>
                  <a:cubicBezTo>
                    <a:pt x="647790" y="50150"/>
                    <a:pt x="518053" y="673575"/>
                    <a:pt x="518053" y="673575"/>
                  </a:cubicBezTo>
                  <a:cubicBezTo>
                    <a:pt x="485581" y="830322"/>
                    <a:pt x="385053" y="908393"/>
                    <a:pt x="200689" y="908393"/>
                  </a:cubicBezTo>
                  <a:cubicBezTo>
                    <a:pt x="29527" y="908393"/>
                    <a:pt x="4262" y="807561"/>
                    <a:pt x="317" y="776379"/>
                  </a:cubicBezTo>
                  <a:cubicBezTo>
                    <a:pt x="-1125" y="764543"/>
                    <a:pt x="2821" y="729491"/>
                    <a:pt x="2821" y="729491"/>
                  </a:cubicBezTo>
                  <a:lnTo>
                    <a:pt x="181798" y="729491"/>
                  </a:lnTo>
                  <a:lnTo>
                    <a:pt x="181798" y="729643"/>
                  </a:lnTo>
                  <a:cubicBezTo>
                    <a:pt x="181798" y="745651"/>
                    <a:pt x="182860" y="769095"/>
                    <a:pt x="188247" y="775696"/>
                  </a:cubicBezTo>
                  <a:cubicBezTo>
                    <a:pt x="195682" y="784800"/>
                    <a:pt x="201751" y="795574"/>
                    <a:pt x="230278" y="795574"/>
                  </a:cubicBezTo>
                  <a:cubicBezTo>
                    <a:pt x="267758" y="795574"/>
                    <a:pt x="303796" y="784573"/>
                    <a:pt x="321626" y="699598"/>
                  </a:cubicBezTo>
                  <a:lnTo>
                    <a:pt x="351898" y="552562"/>
                  </a:lnTo>
                  <a:lnTo>
                    <a:pt x="337255" y="552562"/>
                  </a:lnTo>
                  <a:lnTo>
                    <a:pt x="333006" y="559466"/>
                  </a:lnTo>
                  <a:cubicBezTo>
                    <a:pt x="296589" y="622894"/>
                    <a:pt x="228533" y="654911"/>
                    <a:pt x="156533" y="654911"/>
                  </a:cubicBezTo>
                  <a:cubicBezTo>
                    <a:pt x="112301" y="654911"/>
                    <a:pt x="79904" y="641785"/>
                    <a:pt x="58130" y="614775"/>
                  </a:cubicBezTo>
                  <a:close/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FDB249-743A-7B26-DF7E-4F9984544514}"/>
                </a:ext>
              </a:extLst>
            </p:cNvPr>
            <p:cNvSpPr/>
            <p:nvPr userDrawn="1"/>
          </p:nvSpPr>
          <p:spPr>
            <a:xfrm>
              <a:off x="5542799" y="3190708"/>
              <a:ext cx="522667" cy="673574"/>
            </a:xfrm>
            <a:custGeom>
              <a:avLst/>
              <a:gdLst>
                <a:gd name="connsiteX0" fmla="*/ 503472 w 522667"/>
                <a:gd name="connsiteY0" fmla="*/ 0 h 673574"/>
                <a:gd name="connsiteX1" fmla="*/ 323054 w 522667"/>
                <a:gd name="connsiteY1" fmla="*/ 118964 h 673574"/>
                <a:gd name="connsiteX2" fmla="*/ 319185 w 522667"/>
                <a:gd name="connsiteY2" fmla="*/ 126475 h 673574"/>
                <a:gd name="connsiteX3" fmla="*/ 304542 w 522667"/>
                <a:gd name="connsiteY3" fmla="*/ 126475 h 673574"/>
                <a:gd name="connsiteX4" fmla="*/ 326999 w 522667"/>
                <a:gd name="connsiteY4" fmla="*/ 17905 h 673574"/>
                <a:gd name="connsiteX5" fmla="*/ 309853 w 522667"/>
                <a:gd name="connsiteY5" fmla="*/ 17905 h 673574"/>
                <a:gd name="connsiteX6" fmla="*/ 309853 w 522667"/>
                <a:gd name="connsiteY6" fmla="*/ 17754 h 673574"/>
                <a:gd name="connsiteX7" fmla="*/ 120861 w 522667"/>
                <a:gd name="connsiteY7" fmla="*/ 17754 h 673574"/>
                <a:gd name="connsiteX8" fmla="*/ 122985 w 522667"/>
                <a:gd name="connsiteY8" fmla="*/ 43929 h 673574"/>
                <a:gd name="connsiteX9" fmla="*/ 114791 w 522667"/>
                <a:gd name="connsiteY9" fmla="*/ 118433 h 673574"/>
                <a:gd name="connsiteX10" fmla="*/ 0 w 522667"/>
                <a:gd name="connsiteY10" fmla="*/ 673575 h 673574"/>
                <a:gd name="connsiteX11" fmla="*/ 198931 w 522667"/>
                <a:gd name="connsiteY11" fmla="*/ 673575 h 673574"/>
                <a:gd name="connsiteX12" fmla="*/ 273435 w 522667"/>
                <a:gd name="connsiteY12" fmla="*/ 311826 h 673574"/>
                <a:gd name="connsiteX13" fmla="*/ 439893 w 522667"/>
                <a:gd name="connsiteY13" fmla="*/ 179433 h 673574"/>
                <a:gd name="connsiteX14" fmla="*/ 484808 w 522667"/>
                <a:gd name="connsiteY14" fmla="*/ 182316 h 673574"/>
                <a:gd name="connsiteX15" fmla="*/ 522667 w 522667"/>
                <a:gd name="connsiteY15" fmla="*/ 0 h 673574"/>
                <a:gd name="connsiteX16" fmla="*/ 503397 w 522667"/>
                <a:gd name="connsiteY16" fmla="*/ 0 h 673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22667" h="673574">
                  <a:moveTo>
                    <a:pt x="503472" y="0"/>
                  </a:moveTo>
                  <a:cubicBezTo>
                    <a:pt x="438224" y="0"/>
                    <a:pt x="360837" y="45750"/>
                    <a:pt x="323054" y="118964"/>
                  </a:cubicBezTo>
                  <a:lnTo>
                    <a:pt x="319185" y="126475"/>
                  </a:lnTo>
                  <a:lnTo>
                    <a:pt x="304542" y="126475"/>
                  </a:lnTo>
                  <a:cubicBezTo>
                    <a:pt x="304542" y="126475"/>
                    <a:pt x="321992" y="41956"/>
                    <a:pt x="326999" y="17905"/>
                  </a:cubicBezTo>
                  <a:lnTo>
                    <a:pt x="309853" y="17905"/>
                  </a:lnTo>
                  <a:lnTo>
                    <a:pt x="309853" y="17754"/>
                  </a:lnTo>
                  <a:lnTo>
                    <a:pt x="120861" y="17754"/>
                  </a:lnTo>
                  <a:cubicBezTo>
                    <a:pt x="121923" y="26023"/>
                    <a:pt x="122985" y="34673"/>
                    <a:pt x="122985" y="43929"/>
                  </a:cubicBezTo>
                  <a:cubicBezTo>
                    <a:pt x="122985" y="65021"/>
                    <a:pt x="120102" y="89223"/>
                    <a:pt x="114791" y="118433"/>
                  </a:cubicBezTo>
                  <a:cubicBezTo>
                    <a:pt x="78070" y="296500"/>
                    <a:pt x="4931" y="649524"/>
                    <a:pt x="0" y="673575"/>
                  </a:cubicBezTo>
                  <a:lnTo>
                    <a:pt x="198931" y="673575"/>
                  </a:lnTo>
                  <a:cubicBezTo>
                    <a:pt x="211373" y="612044"/>
                    <a:pt x="273435" y="311826"/>
                    <a:pt x="273435" y="311826"/>
                  </a:cubicBezTo>
                  <a:cubicBezTo>
                    <a:pt x="292327" y="221465"/>
                    <a:pt x="345056" y="179433"/>
                    <a:pt x="439893" y="179433"/>
                  </a:cubicBezTo>
                  <a:cubicBezTo>
                    <a:pt x="456281" y="179433"/>
                    <a:pt x="470924" y="180343"/>
                    <a:pt x="484808" y="182316"/>
                  </a:cubicBezTo>
                  <a:cubicBezTo>
                    <a:pt x="489512" y="161072"/>
                    <a:pt x="517281" y="26858"/>
                    <a:pt x="522667" y="0"/>
                  </a:cubicBezTo>
                  <a:lnTo>
                    <a:pt x="503397" y="0"/>
                  </a:lnTo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6009392-EC42-9B83-AA54-E4AFCE4B15F2}"/>
                </a:ext>
              </a:extLst>
            </p:cNvPr>
            <p:cNvSpPr/>
            <p:nvPr userDrawn="1"/>
          </p:nvSpPr>
          <p:spPr>
            <a:xfrm>
              <a:off x="4953743" y="3190632"/>
              <a:ext cx="607265" cy="691404"/>
            </a:xfrm>
            <a:custGeom>
              <a:avLst/>
              <a:gdLst>
                <a:gd name="connsiteX0" fmla="*/ 386636 w 607265"/>
                <a:gd name="connsiteY0" fmla="*/ 343767 h 691404"/>
                <a:gd name="connsiteX1" fmla="*/ 375635 w 607265"/>
                <a:gd name="connsiteY1" fmla="*/ 350065 h 691404"/>
                <a:gd name="connsiteX2" fmla="*/ 320705 w 607265"/>
                <a:gd name="connsiteY2" fmla="*/ 363190 h 691404"/>
                <a:gd name="connsiteX3" fmla="*/ 278294 w 607265"/>
                <a:gd name="connsiteY3" fmla="*/ 376543 h 691404"/>
                <a:gd name="connsiteX4" fmla="*/ 204851 w 607265"/>
                <a:gd name="connsiteY4" fmla="*/ 475023 h 691404"/>
                <a:gd name="connsiteX5" fmla="*/ 215928 w 607265"/>
                <a:gd name="connsiteY5" fmla="*/ 547479 h 691404"/>
                <a:gd name="connsiteX6" fmla="*/ 259098 w 607265"/>
                <a:gd name="connsiteY6" fmla="*/ 566522 h 691404"/>
                <a:gd name="connsiteX7" fmla="*/ 366758 w 607265"/>
                <a:gd name="connsiteY7" fmla="*/ 442930 h 691404"/>
                <a:gd name="connsiteX8" fmla="*/ 387091 w 607265"/>
                <a:gd name="connsiteY8" fmla="*/ 343767 h 691404"/>
                <a:gd name="connsiteX9" fmla="*/ 386712 w 607265"/>
                <a:gd name="connsiteY9" fmla="*/ 343767 h 691404"/>
                <a:gd name="connsiteX10" fmla="*/ 388760 w 607265"/>
                <a:gd name="connsiteY10" fmla="*/ 76 h 691404"/>
                <a:gd name="connsiteX11" fmla="*/ 581621 w 607265"/>
                <a:gd name="connsiteY11" fmla="*/ 55765 h 691404"/>
                <a:gd name="connsiteX12" fmla="*/ 607265 w 607265"/>
                <a:gd name="connsiteY12" fmla="*/ 138387 h 691404"/>
                <a:gd name="connsiteX13" fmla="*/ 599754 w 607265"/>
                <a:gd name="connsiteY13" fmla="*/ 203180 h 691404"/>
                <a:gd name="connsiteX14" fmla="*/ 530637 w 607265"/>
                <a:gd name="connsiteY14" fmla="*/ 536933 h 691404"/>
                <a:gd name="connsiteX15" fmla="*/ 515690 w 607265"/>
                <a:gd name="connsiteY15" fmla="*/ 647703 h 691404"/>
                <a:gd name="connsiteX16" fmla="*/ 517815 w 607265"/>
                <a:gd name="connsiteY16" fmla="*/ 673651 h 691404"/>
                <a:gd name="connsiteX17" fmla="*/ 328823 w 607265"/>
                <a:gd name="connsiteY17" fmla="*/ 673651 h 691404"/>
                <a:gd name="connsiteX18" fmla="*/ 328444 w 607265"/>
                <a:gd name="connsiteY18" fmla="*/ 667657 h 691404"/>
                <a:gd name="connsiteX19" fmla="*/ 330568 w 607265"/>
                <a:gd name="connsiteY19" fmla="*/ 623956 h 691404"/>
                <a:gd name="connsiteX20" fmla="*/ 332692 w 607265"/>
                <a:gd name="connsiteY20" fmla="*/ 596643 h 691404"/>
                <a:gd name="connsiteX21" fmla="*/ 321995 w 607265"/>
                <a:gd name="connsiteY21" fmla="*/ 596643 h 691404"/>
                <a:gd name="connsiteX22" fmla="*/ 318049 w 607265"/>
                <a:gd name="connsiteY22" fmla="*/ 603016 h 691404"/>
                <a:gd name="connsiteX23" fmla="*/ 140817 w 607265"/>
                <a:gd name="connsiteY23" fmla="*/ 691404 h 691404"/>
                <a:gd name="connsiteX24" fmla="*/ 24281 w 607265"/>
                <a:gd name="connsiteY24" fmla="*/ 649600 h 691404"/>
                <a:gd name="connsiteX25" fmla="*/ 6831 w 607265"/>
                <a:gd name="connsiteY25" fmla="*/ 507419 h 691404"/>
                <a:gd name="connsiteX26" fmla="*/ 231406 w 607265"/>
                <a:gd name="connsiteY26" fmla="*/ 298245 h 691404"/>
                <a:gd name="connsiteX27" fmla="*/ 325485 w 607265"/>
                <a:gd name="connsiteY27" fmla="*/ 276698 h 691404"/>
                <a:gd name="connsiteX28" fmla="*/ 418577 w 607265"/>
                <a:gd name="connsiteY28" fmla="*/ 191344 h 691404"/>
                <a:gd name="connsiteX29" fmla="*/ 409700 w 607265"/>
                <a:gd name="connsiteY29" fmla="*/ 130421 h 691404"/>
                <a:gd name="connsiteX30" fmla="*/ 359778 w 607265"/>
                <a:gd name="connsiteY30" fmla="*/ 111226 h 691404"/>
                <a:gd name="connsiteX31" fmla="*/ 265623 w 607265"/>
                <a:gd name="connsiteY31" fmla="*/ 202118 h 691404"/>
                <a:gd name="connsiteX32" fmla="*/ 97040 w 607265"/>
                <a:gd name="connsiteY32" fmla="*/ 202118 h 691404"/>
                <a:gd name="connsiteX33" fmla="*/ 388684 w 607265"/>
                <a:gd name="connsiteY33" fmla="*/ 0 h 691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7265" h="691404">
                  <a:moveTo>
                    <a:pt x="386636" y="343767"/>
                  </a:moveTo>
                  <a:cubicBezTo>
                    <a:pt x="386636" y="343767"/>
                    <a:pt x="382766" y="347182"/>
                    <a:pt x="375635" y="350065"/>
                  </a:cubicBezTo>
                  <a:cubicBezTo>
                    <a:pt x="363495" y="354769"/>
                    <a:pt x="337093" y="359017"/>
                    <a:pt x="320705" y="363190"/>
                  </a:cubicBezTo>
                  <a:cubicBezTo>
                    <a:pt x="307883" y="366377"/>
                    <a:pt x="293619" y="369943"/>
                    <a:pt x="278294" y="376543"/>
                  </a:cubicBezTo>
                  <a:cubicBezTo>
                    <a:pt x="236944" y="393918"/>
                    <a:pt x="215853" y="422521"/>
                    <a:pt x="204851" y="475023"/>
                  </a:cubicBezTo>
                  <a:cubicBezTo>
                    <a:pt x="198478" y="505674"/>
                    <a:pt x="202424" y="530863"/>
                    <a:pt x="215928" y="547479"/>
                  </a:cubicBezTo>
                  <a:cubicBezTo>
                    <a:pt x="225943" y="559997"/>
                    <a:pt x="240890" y="566522"/>
                    <a:pt x="259098" y="566522"/>
                  </a:cubicBezTo>
                  <a:cubicBezTo>
                    <a:pt x="332540" y="566522"/>
                    <a:pt x="355681" y="496039"/>
                    <a:pt x="366758" y="442930"/>
                  </a:cubicBezTo>
                  <a:lnTo>
                    <a:pt x="387091" y="343767"/>
                  </a:lnTo>
                  <a:lnTo>
                    <a:pt x="386712" y="343767"/>
                  </a:lnTo>
                  <a:moveTo>
                    <a:pt x="388760" y="76"/>
                  </a:moveTo>
                  <a:cubicBezTo>
                    <a:pt x="489667" y="76"/>
                    <a:pt x="550970" y="17754"/>
                    <a:pt x="581621" y="55765"/>
                  </a:cubicBezTo>
                  <a:cubicBezTo>
                    <a:pt x="598388" y="76325"/>
                    <a:pt x="606962" y="103866"/>
                    <a:pt x="607265" y="138387"/>
                  </a:cubicBezTo>
                  <a:cubicBezTo>
                    <a:pt x="607265" y="157810"/>
                    <a:pt x="604762" y="179205"/>
                    <a:pt x="599754" y="203180"/>
                  </a:cubicBezTo>
                  <a:lnTo>
                    <a:pt x="530637" y="536933"/>
                  </a:lnTo>
                  <a:cubicBezTo>
                    <a:pt x="521381" y="583138"/>
                    <a:pt x="515311" y="618341"/>
                    <a:pt x="515690" y="647703"/>
                  </a:cubicBezTo>
                  <a:cubicBezTo>
                    <a:pt x="515690" y="657035"/>
                    <a:pt x="516373" y="665608"/>
                    <a:pt x="517815" y="673651"/>
                  </a:cubicBezTo>
                  <a:lnTo>
                    <a:pt x="328823" y="673651"/>
                  </a:lnTo>
                  <a:cubicBezTo>
                    <a:pt x="328823" y="671678"/>
                    <a:pt x="328444" y="669630"/>
                    <a:pt x="328444" y="667657"/>
                  </a:cubicBezTo>
                  <a:cubicBezTo>
                    <a:pt x="328444" y="653697"/>
                    <a:pt x="329506" y="639130"/>
                    <a:pt x="330568" y="623956"/>
                  </a:cubicBezTo>
                  <a:lnTo>
                    <a:pt x="332692" y="596643"/>
                  </a:lnTo>
                  <a:lnTo>
                    <a:pt x="321995" y="596643"/>
                  </a:lnTo>
                  <a:lnTo>
                    <a:pt x="318049" y="603016"/>
                  </a:lnTo>
                  <a:cubicBezTo>
                    <a:pt x="283832" y="657718"/>
                    <a:pt x="206824" y="691404"/>
                    <a:pt x="140817" y="691404"/>
                  </a:cubicBezTo>
                  <a:cubicBezTo>
                    <a:pt x="86267" y="691404"/>
                    <a:pt x="47042" y="677444"/>
                    <a:pt x="24281" y="649600"/>
                  </a:cubicBezTo>
                  <a:cubicBezTo>
                    <a:pt x="-377" y="619100"/>
                    <a:pt x="-6370" y="571150"/>
                    <a:pt x="6831" y="507419"/>
                  </a:cubicBezTo>
                  <a:cubicBezTo>
                    <a:pt x="32475" y="382841"/>
                    <a:pt x="89226" y="330187"/>
                    <a:pt x="231406" y="298245"/>
                  </a:cubicBezTo>
                  <a:lnTo>
                    <a:pt x="325485" y="276698"/>
                  </a:lnTo>
                  <a:cubicBezTo>
                    <a:pt x="381477" y="264407"/>
                    <a:pt x="408562" y="239750"/>
                    <a:pt x="418577" y="191344"/>
                  </a:cubicBezTo>
                  <a:cubicBezTo>
                    <a:pt x="423964" y="164866"/>
                    <a:pt x="421081" y="144457"/>
                    <a:pt x="409700" y="130421"/>
                  </a:cubicBezTo>
                  <a:cubicBezTo>
                    <a:pt x="399382" y="117599"/>
                    <a:pt x="382235" y="111226"/>
                    <a:pt x="359778" y="111226"/>
                  </a:cubicBezTo>
                  <a:cubicBezTo>
                    <a:pt x="309173" y="111226"/>
                    <a:pt x="282390" y="137173"/>
                    <a:pt x="265623" y="202118"/>
                  </a:cubicBezTo>
                  <a:lnTo>
                    <a:pt x="97040" y="202118"/>
                  </a:lnTo>
                  <a:cubicBezTo>
                    <a:pt x="142335" y="26858"/>
                    <a:pt x="298096" y="0"/>
                    <a:pt x="388684" y="0"/>
                  </a:cubicBezTo>
                  <a:close/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AA2EB74-D1AF-8FC6-9AE4-DBC218F0F502}"/>
                </a:ext>
              </a:extLst>
            </p:cNvPr>
            <p:cNvSpPr/>
            <p:nvPr userDrawn="1"/>
          </p:nvSpPr>
          <p:spPr>
            <a:xfrm>
              <a:off x="4341119" y="2985783"/>
              <a:ext cx="665508" cy="909075"/>
            </a:xfrm>
            <a:custGeom>
              <a:avLst/>
              <a:gdLst>
                <a:gd name="connsiteX0" fmla="*/ 38975 w 665508"/>
                <a:gd name="connsiteY0" fmla="*/ 844434 h 909075"/>
                <a:gd name="connsiteX1" fmla="*/ 31539 w 665508"/>
                <a:gd name="connsiteY1" fmla="*/ 457345 h 909075"/>
                <a:gd name="connsiteX2" fmla="*/ 436912 w 665508"/>
                <a:gd name="connsiteY2" fmla="*/ 0 h 909075"/>
                <a:gd name="connsiteX3" fmla="*/ 630532 w 665508"/>
                <a:gd name="connsiteY3" fmla="*/ 65779 h 909075"/>
                <a:gd name="connsiteX4" fmla="*/ 665508 w 665508"/>
                <a:gd name="connsiteY4" fmla="*/ 180950 h 909075"/>
                <a:gd name="connsiteX5" fmla="*/ 655873 w 665508"/>
                <a:gd name="connsiteY5" fmla="*/ 268504 h 909075"/>
                <a:gd name="connsiteX6" fmla="*/ 646237 w 665508"/>
                <a:gd name="connsiteY6" fmla="*/ 314254 h 909075"/>
                <a:gd name="connsiteX7" fmla="*/ 450569 w 665508"/>
                <a:gd name="connsiteY7" fmla="*/ 314254 h 909075"/>
                <a:gd name="connsiteX8" fmla="*/ 464832 w 665508"/>
                <a:gd name="connsiteY8" fmla="*/ 200449 h 909075"/>
                <a:gd name="connsiteX9" fmla="*/ 455197 w 665508"/>
                <a:gd name="connsiteY9" fmla="*/ 153106 h 909075"/>
                <a:gd name="connsiteX10" fmla="*/ 411040 w 665508"/>
                <a:gd name="connsiteY10" fmla="*/ 131179 h 909075"/>
                <a:gd name="connsiteX11" fmla="*/ 246630 w 665508"/>
                <a:gd name="connsiteY11" fmla="*/ 451731 h 909075"/>
                <a:gd name="connsiteX12" fmla="*/ 224173 w 665508"/>
                <a:gd name="connsiteY12" fmla="*/ 757639 h 909075"/>
                <a:gd name="connsiteX13" fmla="*/ 275840 w 665508"/>
                <a:gd name="connsiteY13" fmla="*/ 777896 h 909075"/>
                <a:gd name="connsiteX14" fmla="*/ 405274 w 665508"/>
                <a:gd name="connsiteY14" fmla="*/ 556962 h 909075"/>
                <a:gd name="connsiteX15" fmla="*/ 602384 w 665508"/>
                <a:gd name="connsiteY15" fmla="*/ 556962 h 909075"/>
                <a:gd name="connsiteX16" fmla="*/ 592066 w 665508"/>
                <a:gd name="connsiteY16" fmla="*/ 607037 h 909075"/>
                <a:gd name="connsiteX17" fmla="*/ 243065 w 665508"/>
                <a:gd name="connsiteY17" fmla="*/ 909076 h 909075"/>
                <a:gd name="connsiteX18" fmla="*/ 39126 w 665508"/>
                <a:gd name="connsiteY18" fmla="*/ 844434 h 90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5508" h="909075">
                  <a:moveTo>
                    <a:pt x="38975" y="844434"/>
                  </a:moveTo>
                  <a:cubicBezTo>
                    <a:pt x="-10568" y="783435"/>
                    <a:pt x="-12693" y="671375"/>
                    <a:pt x="31539" y="457345"/>
                  </a:cubicBezTo>
                  <a:cubicBezTo>
                    <a:pt x="102478" y="115550"/>
                    <a:pt x="204447" y="0"/>
                    <a:pt x="436912" y="0"/>
                  </a:cubicBezTo>
                  <a:cubicBezTo>
                    <a:pt x="529625" y="0"/>
                    <a:pt x="594797" y="22230"/>
                    <a:pt x="630532" y="65779"/>
                  </a:cubicBezTo>
                  <a:cubicBezTo>
                    <a:pt x="653369" y="94155"/>
                    <a:pt x="665129" y="132621"/>
                    <a:pt x="665508" y="180950"/>
                  </a:cubicBezTo>
                  <a:cubicBezTo>
                    <a:pt x="665508" y="207277"/>
                    <a:pt x="662246" y="236411"/>
                    <a:pt x="655873" y="268504"/>
                  </a:cubicBezTo>
                  <a:cubicBezTo>
                    <a:pt x="655873" y="268504"/>
                    <a:pt x="649803" y="297714"/>
                    <a:pt x="646237" y="314254"/>
                  </a:cubicBezTo>
                  <a:lnTo>
                    <a:pt x="450569" y="314254"/>
                  </a:lnTo>
                  <a:cubicBezTo>
                    <a:pt x="450569" y="314254"/>
                    <a:pt x="465212" y="221010"/>
                    <a:pt x="464832" y="200449"/>
                  </a:cubicBezTo>
                  <a:cubicBezTo>
                    <a:pt x="464832" y="177157"/>
                    <a:pt x="463770" y="164714"/>
                    <a:pt x="455197" y="153106"/>
                  </a:cubicBezTo>
                  <a:cubicBezTo>
                    <a:pt x="445941" y="140891"/>
                    <a:pt x="432436" y="131179"/>
                    <a:pt x="411040" y="131179"/>
                  </a:cubicBezTo>
                  <a:cubicBezTo>
                    <a:pt x="324397" y="131179"/>
                    <a:pt x="295870" y="213574"/>
                    <a:pt x="246630" y="451731"/>
                  </a:cubicBezTo>
                  <a:cubicBezTo>
                    <a:pt x="208544" y="636550"/>
                    <a:pt x="194584" y="721449"/>
                    <a:pt x="224173" y="757639"/>
                  </a:cubicBezTo>
                  <a:cubicBezTo>
                    <a:pt x="235553" y="771371"/>
                    <a:pt x="252321" y="777896"/>
                    <a:pt x="275840" y="777896"/>
                  </a:cubicBezTo>
                  <a:cubicBezTo>
                    <a:pt x="343972" y="777896"/>
                    <a:pt x="371057" y="719552"/>
                    <a:pt x="405274" y="556962"/>
                  </a:cubicBezTo>
                  <a:lnTo>
                    <a:pt x="602384" y="556962"/>
                  </a:lnTo>
                  <a:cubicBezTo>
                    <a:pt x="598439" y="575854"/>
                    <a:pt x="592066" y="607037"/>
                    <a:pt x="592066" y="607037"/>
                  </a:cubicBezTo>
                  <a:cubicBezTo>
                    <a:pt x="550717" y="807410"/>
                    <a:pt x="433119" y="909076"/>
                    <a:pt x="243065" y="909076"/>
                  </a:cubicBezTo>
                  <a:cubicBezTo>
                    <a:pt x="139957" y="909076"/>
                    <a:pt x="75089" y="888363"/>
                    <a:pt x="39126" y="844434"/>
                  </a:cubicBezTo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BCB89AC-81B1-89C2-8243-AC0228498D4C}"/>
                </a:ext>
              </a:extLst>
            </p:cNvPr>
            <p:cNvSpPr/>
            <p:nvPr userDrawn="1"/>
          </p:nvSpPr>
          <p:spPr>
            <a:xfrm>
              <a:off x="5474744" y="2569059"/>
              <a:ext cx="1477368" cy="580830"/>
            </a:xfrm>
            <a:custGeom>
              <a:avLst/>
              <a:gdLst>
                <a:gd name="connsiteX0" fmla="*/ 1476959 w 1477368"/>
                <a:gd name="connsiteY0" fmla="*/ 562243 h 580830"/>
                <a:gd name="connsiteX1" fmla="*/ 1253370 w 1477368"/>
                <a:gd name="connsiteY1" fmla="*/ 559815 h 580830"/>
                <a:gd name="connsiteX2" fmla="*/ 759988 w 1477368"/>
                <a:gd name="connsiteY2" fmla="*/ 336984 h 580830"/>
                <a:gd name="connsiteX3" fmla="*/ 398089 w 1477368"/>
                <a:gd name="connsiteY3" fmla="*/ 253224 h 580830"/>
                <a:gd name="connsiteX4" fmla="*/ 54247 w 1477368"/>
                <a:gd name="connsiteY4" fmla="*/ 580831 h 580830"/>
                <a:gd name="connsiteX5" fmla="*/ 0 w 1477368"/>
                <a:gd name="connsiteY5" fmla="*/ 561181 h 580830"/>
                <a:gd name="connsiteX6" fmla="*/ 652633 w 1477368"/>
                <a:gd name="connsiteY6" fmla="*/ 15447 h 580830"/>
                <a:gd name="connsiteX7" fmla="*/ 1476959 w 1477368"/>
                <a:gd name="connsiteY7" fmla="*/ 562243 h 58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7368" h="580830">
                  <a:moveTo>
                    <a:pt x="1476959" y="562243"/>
                  </a:moveTo>
                  <a:cubicBezTo>
                    <a:pt x="1476959" y="562243"/>
                    <a:pt x="1345021" y="572485"/>
                    <a:pt x="1253370" y="559815"/>
                  </a:cubicBezTo>
                  <a:cubicBezTo>
                    <a:pt x="1042680" y="530833"/>
                    <a:pt x="846632" y="385390"/>
                    <a:pt x="759988" y="336984"/>
                  </a:cubicBezTo>
                  <a:cubicBezTo>
                    <a:pt x="571679" y="231980"/>
                    <a:pt x="495430" y="225683"/>
                    <a:pt x="398089" y="253224"/>
                  </a:cubicBezTo>
                  <a:cubicBezTo>
                    <a:pt x="238307" y="296697"/>
                    <a:pt x="144380" y="427953"/>
                    <a:pt x="54247" y="580831"/>
                  </a:cubicBezTo>
                  <a:cubicBezTo>
                    <a:pt x="37025" y="572409"/>
                    <a:pt x="18740" y="565885"/>
                    <a:pt x="0" y="561181"/>
                  </a:cubicBezTo>
                  <a:cubicBezTo>
                    <a:pt x="51592" y="451624"/>
                    <a:pt x="247715" y="99283"/>
                    <a:pt x="652633" y="15447"/>
                  </a:cubicBezTo>
                  <a:cubicBezTo>
                    <a:pt x="1058081" y="-68693"/>
                    <a:pt x="1492588" y="201784"/>
                    <a:pt x="1476959" y="562243"/>
                  </a:cubicBezTo>
                  <a:close/>
                </a:path>
              </a:pathLst>
            </a:custGeom>
            <a:solidFill>
              <a:schemeClr val="accent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98626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936510F-05D7-8984-0015-906FACA6C508}"/>
              </a:ext>
            </a:extLst>
          </p:cNvPr>
          <p:cNvGrpSpPr/>
          <p:nvPr userDrawn="1"/>
        </p:nvGrpSpPr>
        <p:grpSpPr>
          <a:xfrm>
            <a:off x="4457185" y="2668643"/>
            <a:ext cx="3277631" cy="1530117"/>
            <a:chOff x="4341119" y="2569059"/>
            <a:chExt cx="3277631" cy="1530117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CCA009F-0D3F-53FB-10F2-14B96E05ABD1}"/>
                </a:ext>
              </a:extLst>
            </p:cNvPr>
            <p:cNvSpPr/>
            <p:nvPr userDrawn="1"/>
          </p:nvSpPr>
          <p:spPr>
            <a:xfrm>
              <a:off x="7494703" y="3771645"/>
              <a:ext cx="124047" cy="120329"/>
            </a:xfrm>
            <a:custGeom>
              <a:avLst/>
              <a:gdLst>
                <a:gd name="connsiteX0" fmla="*/ 62137 w 124047"/>
                <a:gd name="connsiteY0" fmla="*/ 120330 h 120329"/>
                <a:gd name="connsiteX1" fmla="*/ 30727 w 124047"/>
                <a:gd name="connsiteY1" fmla="*/ 112288 h 120329"/>
                <a:gd name="connsiteX2" fmla="*/ 8270 w 124047"/>
                <a:gd name="connsiteY2" fmla="*/ 90437 h 120329"/>
                <a:gd name="connsiteX3" fmla="*/ 0 w 124047"/>
                <a:gd name="connsiteY3" fmla="*/ 60165 h 120329"/>
                <a:gd name="connsiteX4" fmla="*/ 8270 w 124047"/>
                <a:gd name="connsiteY4" fmla="*/ 29893 h 120329"/>
                <a:gd name="connsiteX5" fmla="*/ 30727 w 124047"/>
                <a:gd name="connsiteY5" fmla="*/ 8042 h 120329"/>
                <a:gd name="connsiteX6" fmla="*/ 62137 w 124047"/>
                <a:gd name="connsiteY6" fmla="*/ 0 h 120329"/>
                <a:gd name="connsiteX7" fmla="*/ 93396 w 124047"/>
                <a:gd name="connsiteY7" fmla="*/ 8042 h 120329"/>
                <a:gd name="connsiteX8" fmla="*/ 115853 w 124047"/>
                <a:gd name="connsiteY8" fmla="*/ 29893 h 120329"/>
                <a:gd name="connsiteX9" fmla="*/ 124047 w 124047"/>
                <a:gd name="connsiteY9" fmla="*/ 60165 h 120329"/>
                <a:gd name="connsiteX10" fmla="*/ 115853 w 124047"/>
                <a:gd name="connsiteY10" fmla="*/ 90437 h 120329"/>
                <a:gd name="connsiteX11" fmla="*/ 93396 w 124047"/>
                <a:gd name="connsiteY11" fmla="*/ 112288 h 120329"/>
                <a:gd name="connsiteX12" fmla="*/ 62137 w 124047"/>
                <a:gd name="connsiteY12" fmla="*/ 120330 h 120329"/>
                <a:gd name="connsiteX13" fmla="*/ 62137 w 124047"/>
                <a:gd name="connsiteY13" fmla="*/ 110998 h 120329"/>
                <a:gd name="connsiteX14" fmla="*/ 88616 w 124047"/>
                <a:gd name="connsiteY14" fmla="*/ 104246 h 120329"/>
                <a:gd name="connsiteX15" fmla="*/ 107432 w 124047"/>
                <a:gd name="connsiteY15" fmla="*/ 85885 h 120329"/>
                <a:gd name="connsiteX16" fmla="*/ 114260 w 124047"/>
                <a:gd name="connsiteY16" fmla="*/ 60165 h 120329"/>
                <a:gd name="connsiteX17" fmla="*/ 107432 w 124047"/>
                <a:gd name="connsiteY17" fmla="*/ 34445 h 120329"/>
                <a:gd name="connsiteX18" fmla="*/ 88616 w 124047"/>
                <a:gd name="connsiteY18" fmla="*/ 16009 h 120329"/>
                <a:gd name="connsiteX19" fmla="*/ 62213 w 124047"/>
                <a:gd name="connsiteY19" fmla="*/ 9256 h 120329"/>
                <a:gd name="connsiteX20" fmla="*/ 35659 w 124047"/>
                <a:gd name="connsiteY20" fmla="*/ 16009 h 120329"/>
                <a:gd name="connsiteX21" fmla="*/ 16843 w 124047"/>
                <a:gd name="connsiteY21" fmla="*/ 34445 h 120329"/>
                <a:gd name="connsiteX22" fmla="*/ 9939 w 124047"/>
                <a:gd name="connsiteY22" fmla="*/ 60165 h 120329"/>
                <a:gd name="connsiteX23" fmla="*/ 16843 w 124047"/>
                <a:gd name="connsiteY23" fmla="*/ 85885 h 120329"/>
                <a:gd name="connsiteX24" fmla="*/ 35659 w 124047"/>
                <a:gd name="connsiteY24" fmla="*/ 104246 h 120329"/>
                <a:gd name="connsiteX25" fmla="*/ 62213 w 124047"/>
                <a:gd name="connsiteY25" fmla="*/ 110998 h 120329"/>
                <a:gd name="connsiteX26" fmla="*/ 38390 w 124047"/>
                <a:gd name="connsiteY26" fmla="*/ 92637 h 120329"/>
                <a:gd name="connsiteX27" fmla="*/ 38390 w 124047"/>
                <a:gd name="connsiteY27" fmla="*/ 26251 h 120329"/>
                <a:gd name="connsiteX28" fmla="*/ 66007 w 124047"/>
                <a:gd name="connsiteY28" fmla="*/ 26251 h 120329"/>
                <a:gd name="connsiteX29" fmla="*/ 77918 w 124047"/>
                <a:gd name="connsiteY29" fmla="*/ 28375 h 120329"/>
                <a:gd name="connsiteX30" fmla="*/ 85657 w 124047"/>
                <a:gd name="connsiteY30" fmla="*/ 34597 h 120329"/>
                <a:gd name="connsiteX31" fmla="*/ 88388 w 124047"/>
                <a:gd name="connsiteY31" fmla="*/ 44536 h 120329"/>
                <a:gd name="connsiteX32" fmla="*/ 86643 w 124047"/>
                <a:gd name="connsiteY32" fmla="*/ 52730 h 120329"/>
                <a:gd name="connsiteX33" fmla="*/ 81029 w 124047"/>
                <a:gd name="connsiteY33" fmla="*/ 58799 h 120329"/>
                <a:gd name="connsiteX34" fmla="*/ 71014 w 124047"/>
                <a:gd name="connsiteY34" fmla="*/ 61834 h 120329"/>
                <a:gd name="connsiteX35" fmla="*/ 71318 w 124047"/>
                <a:gd name="connsiteY35" fmla="*/ 59179 h 120329"/>
                <a:gd name="connsiteX36" fmla="*/ 79739 w 124047"/>
                <a:gd name="connsiteY36" fmla="*/ 61151 h 120329"/>
                <a:gd name="connsiteX37" fmla="*/ 84671 w 124047"/>
                <a:gd name="connsiteY37" fmla="*/ 65779 h 120329"/>
                <a:gd name="connsiteX38" fmla="*/ 86643 w 124047"/>
                <a:gd name="connsiteY38" fmla="*/ 73215 h 120329"/>
                <a:gd name="connsiteX39" fmla="*/ 87402 w 124047"/>
                <a:gd name="connsiteY39" fmla="*/ 83533 h 120329"/>
                <a:gd name="connsiteX40" fmla="*/ 88388 w 124047"/>
                <a:gd name="connsiteY40" fmla="*/ 88540 h 120329"/>
                <a:gd name="connsiteX41" fmla="*/ 90437 w 124047"/>
                <a:gd name="connsiteY41" fmla="*/ 92637 h 120329"/>
                <a:gd name="connsiteX42" fmla="*/ 81408 w 124047"/>
                <a:gd name="connsiteY42" fmla="*/ 92637 h 120329"/>
                <a:gd name="connsiteX43" fmla="*/ 79663 w 124047"/>
                <a:gd name="connsiteY43" fmla="*/ 88996 h 120329"/>
                <a:gd name="connsiteX44" fmla="*/ 78905 w 124047"/>
                <a:gd name="connsiteY44" fmla="*/ 83533 h 120329"/>
                <a:gd name="connsiteX45" fmla="*/ 78298 w 124047"/>
                <a:gd name="connsiteY45" fmla="*/ 75187 h 120329"/>
                <a:gd name="connsiteX46" fmla="*/ 76856 w 124047"/>
                <a:gd name="connsiteY46" fmla="*/ 68890 h 120329"/>
                <a:gd name="connsiteX47" fmla="*/ 73366 w 124047"/>
                <a:gd name="connsiteY47" fmla="*/ 65628 h 120329"/>
                <a:gd name="connsiteX48" fmla="*/ 66993 w 124047"/>
                <a:gd name="connsiteY48" fmla="*/ 64641 h 120329"/>
                <a:gd name="connsiteX49" fmla="*/ 41577 w 124047"/>
                <a:gd name="connsiteY49" fmla="*/ 64641 h 120329"/>
                <a:gd name="connsiteX50" fmla="*/ 41577 w 124047"/>
                <a:gd name="connsiteY50" fmla="*/ 56675 h 120329"/>
                <a:gd name="connsiteX51" fmla="*/ 66690 w 124047"/>
                <a:gd name="connsiteY51" fmla="*/ 56675 h 120329"/>
                <a:gd name="connsiteX52" fmla="*/ 73518 w 124047"/>
                <a:gd name="connsiteY52" fmla="*/ 55385 h 120329"/>
                <a:gd name="connsiteX53" fmla="*/ 77843 w 124047"/>
                <a:gd name="connsiteY53" fmla="*/ 51592 h 120329"/>
                <a:gd name="connsiteX54" fmla="*/ 79360 w 124047"/>
                <a:gd name="connsiteY54" fmla="*/ 45522 h 120329"/>
                <a:gd name="connsiteX55" fmla="*/ 77843 w 124047"/>
                <a:gd name="connsiteY55" fmla="*/ 39301 h 120329"/>
                <a:gd name="connsiteX56" fmla="*/ 73290 w 124047"/>
                <a:gd name="connsiteY56" fmla="*/ 35507 h 120329"/>
                <a:gd name="connsiteX57" fmla="*/ 65931 w 124047"/>
                <a:gd name="connsiteY57" fmla="*/ 34217 h 120329"/>
                <a:gd name="connsiteX58" fmla="*/ 43018 w 124047"/>
                <a:gd name="connsiteY58" fmla="*/ 34217 h 120329"/>
                <a:gd name="connsiteX59" fmla="*/ 47115 w 124047"/>
                <a:gd name="connsiteY59" fmla="*/ 30120 h 120329"/>
                <a:gd name="connsiteX60" fmla="*/ 47115 w 124047"/>
                <a:gd name="connsiteY60" fmla="*/ 92637 h 120329"/>
                <a:gd name="connsiteX61" fmla="*/ 38390 w 124047"/>
                <a:gd name="connsiteY61" fmla="*/ 92637 h 12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24047" h="120329">
                  <a:moveTo>
                    <a:pt x="62137" y="120330"/>
                  </a:moveTo>
                  <a:cubicBezTo>
                    <a:pt x="50681" y="120330"/>
                    <a:pt x="40211" y="117675"/>
                    <a:pt x="30727" y="112288"/>
                  </a:cubicBezTo>
                  <a:cubicBezTo>
                    <a:pt x="21243" y="106901"/>
                    <a:pt x="13732" y="99693"/>
                    <a:pt x="8270" y="90437"/>
                  </a:cubicBezTo>
                  <a:cubicBezTo>
                    <a:pt x="2807" y="81257"/>
                    <a:pt x="0" y="71166"/>
                    <a:pt x="0" y="60165"/>
                  </a:cubicBezTo>
                  <a:cubicBezTo>
                    <a:pt x="0" y="49164"/>
                    <a:pt x="2731" y="39073"/>
                    <a:pt x="8270" y="29893"/>
                  </a:cubicBezTo>
                  <a:cubicBezTo>
                    <a:pt x="13732" y="20713"/>
                    <a:pt x="21243" y="13429"/>
                    <a:pt x="30727" y="8042"/>
                  </a:cubicBezTo>
                  <a:cubicBezTo>
                    <a:pt x="40211" y="2655"/>
                    <a:pt x="50681" y="0"/>
                    <a:pt x="62137" y="0"/>
                  </a:cubicBezTo>
                  <a:cubicBezTo>
                    <a:pt x="73594" y="0"/>
                    <a:pt x="83912" y="2655"/>
                    <a:pt x="93396" y="8042"/>
                  </a:cubicBezTo>
                  <a:cubicBezTo>
                    <a:pt x="102880" y="13429"/>
                    <a:pt x="110315" y="20637"/>
                    <a:pt x="115853" y="29893"/>
                  </a:cubicBezTo>
                  <a:cubicBezTo>
                    <a:pt x="121316" y="39073"/>
                    <a:pt x="124047" y="49164"/>
                    <a:pt x="124047" y="60165"/>
                  </a:cubicBezTo>
                  <a:cubicBezTo>
                    <a:pt x="124047" y="71166"/>
                    <a:pt x="121316" y="81257"/>
                    <a:pt x="115853" y="90437"/>
                  </a:cubicBezTo>
                  <a:cubicBezTo>
                    <a:pt x="110391" y="99617"/>
                    <a:pt x="102880" y="106901"/>
                    <a:pt x="93396" y="112288"/>
                  </a:cubicBezTo>
                  <a:cubicBezTo>
                    <a:pt x="83912" y="117675"/>
                    <a:pt x="73518" y="120330"/>
                    <a:pt x="62137" y="120330"/>
                  </a:cubicBezTo>
                  <a:close/>
                  <a:moveTo>
                    <a:pt x="62137" y="110998"/>
                  </a:moveTo>
                  <a:cubicBezTo>
                    <a:pt x="71849" y="110998"/>
                    <a:pt x="80650" y="108722"/>
                    <a:pt x="88616" y="104246"/>
                  </a:cubicBezTo>
                  <a:cubicBezTo>
                    <a:pt x="96582" y="99769"/>
                    <a:pt x="102804" y="93624"/>
                    <a:pt x="107432" y="85885"/>
                  </a:cubicBezTo>
                  <a:cubicBezTo>
                    <a:pt x="111984" y="78146"/>
                    <a:pt x="114260" y="69573"/>
                    <a:pt x="114260" y="60165"/>
                  </a:cubicBezTo>
                  <a:cubicBezTo>
                    <a:pt x="114260" y="50757"/>
                    <a:pt x="111984" y="42184"/>
                    <a:pt x="107432" y="34445"/>
                  </a:cubicBezTo>
                  <a:cubicBezTo>
                    <a:pt x="102880" y="26630"/>
                    <a:pt x="96582" y="20485"/>
                    <a:pt x="88616" y="16009"/>
                  </a:cubicBezTo>
                  <a:cubicBezTo>
                    <a:pt x="80650" y="11456"/>
                    <a:pt x="71849" y="9256"/>
                    <a:pt x="62213" y="9256"/>
                  </a:cubicBezTo>
                  <a:cubicBezTo>
                    <a:pt x="52578" y="9256"/>
                    <a:pt x="43625" y="11532"/>
                    <a:pt x="35659" y="16009"/>
                  </a:cubicBezTo>
                  <a:cubicBezTo>
                    <a:pt x="27692" y="20561"/>
                    <a:pt x="21395" y="26706"/>
                    <a:pt x="16843" y="34445"/>
                  </a:cubicBezTo>
                  <a:cubicBezTo>
                    <a:pt x="12291" y="42184"/>
                    <a:pt x="9939" y="50833"/>
                    <a:pt x="9939" y="60165"/>
                  </a:cubicBezTo>
                  <a:cubicBezTo>
                    <a:pt x="9939" y="69497"/>
                    <a:pt x="12215" y="78146"/>
                    <a:pt x="16843" y="85885"/>
                  </a:cubicBezTo>
                  <a:cubicBezTo>
                    <a:pt x="21395" y="93624"/>
                    <a:pt x="27692" y="99769"/>
                    <a:pt x="35659" y="104246"/>
                  </a:cubicBezTo>
                  <a:cubicBezTo>
                    <a:pt x="43625" y="108722"/>
                    <a:pt x="52502" y="110998"/>
                    <a:pt x="62213" y="110998"/>
                  </a:cubicBezTo>
                  <a:close/>
                  <a:moveTo>
                    <a:pt x="38390" y="92637"/>
                  </a:moveTo>
                  <a:lnTo>
                    <a:pt x="38390" y="26251"/>
                  </a:lnTo>
                  <a:lnTo>
                    <a:pt x="66007" y="26251"/>
                  </a:lnTo>
                  <a:cubicBezTo>
                    <a:pt x="70559" y="26251"/>
                    <a:pt x="74504" y="26934"/>
                    <a:pt x="77918" y="28375"/>
                  </a:cubicBezTo>
                  <a:cubicBezTo>
                    <a:pt x="81333" y="29817"/>
                    <a:pt x="83836" y="31866"/>
                    <a:pt x="85657" y="34597"/>
                  </a:cubicBezTo>
                  <a:cubicBezTo>
                    <a:pt x="87478" y="37328"/>
                    <a:pt x="88388" y="40666"/>
                    <a:pt x="88388" y="44536"/>
                  </a:cubicBezTo>
                  <a:cubicBezTo>
                    <a:pt x="88388" y="47571"/>
                    <a:pt x="87781" y="50302"/>
                    <a:pt x="86643" y="52730"/>
                  </a:cubicBezTo>
                  <a:cubicBezTo>
                    <a:pt x="85505" y="55158"/>
                    <a:pt x="83609" y="57130"/>
                    <a:pt x="81029" y="58799"/>
                  </a:cubicBezTo>
                  <a:cubicBezTo>
                    <a:pt x="78449" y="60468"/>
                    <a:pt x="75111" y="61455"/>
                    <a:pt x="71014" y="61834"/>
                  </a:cubicBezTo>
                  <a:lnTo>
                    <a:pt x="71318" y="59179"/>
                  </a:lnTo>
                  <a:cubicBezTo>
                    <a:pt x="74732" y="59406"/>
                    <a:pt x="77539" y="60013"/>
                    <a:pt x="79739" y="61151"/>
                  </a:cubicBezTo>
                  <a:cubicBezTo>
                    <a:pt x="81939" y="62289"/>
                    <a:pt x="83609" y="63807"/>
                    <a:pt x="84671" y="65779"/>
                  </a:cubicBezTo>
                  <a:cubicBezTo>
                    <a:pt x="85733" y="67752"/>
                    <a:pt x="86416" y="70256"/>
                    <a:pt x="86643" y="73215"/>
                  </a:cubicBezTo>
                  <a:lnTo>
                    <a:pt x="87402" y="83533"/>
                  </a:lnTo>
                  <a:cubicBezTo>
                    <a:pt x="87554" y="85506"/>
                    <a:pt x="87857" y="87175"/>
                    <a:pt x="88388" y="88540"/>
                  </a:cubicBezTo>
                  <a:cubicBezTo>
                    <a:pt x="88919" y="89906"/>
                    <a:pt x="89526" y="91272"/>
                    <a:pt x="90437" y="92637"/>
                  </a:cubicBezTo>
                  <a:lnTo>
                    <a:pt x="81408" y="92637"/>
                  </a:lnTo>
                  <a:cubicBezTo>
                    <a:pt x="80574" y="91651"/>
                    <a:pt x="80043" y="90437"/>
                    <a:pt x="79663" y="88996"/>
                  </a:cubicBezTo>
                  <a:cubicBezTo>
                    <a:pt x="79284" y="87554"/>
                    <a:pt x="79056" y="85733"/>
                    <a:pt x="78905" y="83533"/>
                  </a:cubicBezTo>
                  <a:lnTo>
                    <a:pt x="78298" y="75187"/>
                  </a:lnTo>
                  <a:cubicBezTo>
                    <a:pt x="78070" y="72532"/>
                    <a:pt x="77615" y="70407"/>
                    <a:pt x="76856" y="68890"/>
                  </a:cubicBezTo>
                  <a:cubicBezTo>
                    <a:pt x="76097" y="67373"/>
                    <a:pt x="74959" y="66235"/>
                    <a:pt x="73366" y="65628"/>
                  </a:cubicBezTo>
                  <a:cubicBezTo>
                    <a:pt x="71773" y="65021"/>
                    <a:pt x="69648" y="64641"/>
                    <a:pt x="66993" y="64641"/>
                  </a:cubicBezTo>
                  <a:lnTo>
                    <a:pt x="41577" y="64641"/>
                  </a:lnTo>
                  <a:lnTo>
                    <a:pt x="41577" y="56675"/>
                  </a:lnTo>
                  <a:lnTo>
                    <a:pt x="66690" y="56675"/>
                  </a:lnTo>
                  <a:cubicBezTo>
                    <a:pt x="69345" y="56675"/>
                    <a:pt x="71621" y="56220"/>
                    <a:pt x="73518" y="55385"/>
                  </a:cubicBezTo>
                  <a:cubicBezTo>
                    <a:pt x="75415" y="54551"/>
                    <a:pt x="76856" y="53261"/>
                    <a:pt x="77843" y="51592"/>
                  </a:cubicBezTo>
                  <a:cubicBezTo>
                    <a:pt x="78829" y="49923"/>
                    <a:pt x="79360" y="47950"/>
                    <a:pt x="79360" y="45522"/>
                  </a:cubicBezTo>
                  <a:cubicBezTo>
                    <a:pt x="79360" y="43094"/>
                    <a:pt x="78829" y="41046"/>
                    <a:pt x="77843" y="39301"/>
                  </a:cubicBezTo>
                  <a:cubicBezTo>
                    <a:pt x="76780" y="37632"/>
                    <a:pt x="75263" y="36342"/>
                    <a:pt x="73290" y="35507"/>
                  </a:cubicBezTo>
                  <a:cubicBezTo>
                    <a:pt x="71318" y="34673"/>
                    <a:pt x="68814" y="34217"/>
                    <a:pt x="65931" y="34217"/>
                  </a:cubicBezTo>
                  <a:lnTo>
                    <a:pt x="43018" y="34217"/>
                  </a:lnTo>
                  <a:lnTo>
                    <a:pt x="47115" y="30120"/>
                  </a:lnTo>
                  <a:lnTo>
                    <a:pt x="47115" y="92637"/>
                  </a:lnTo>
                  <a:lnTo>
                    <a:pt x="38390" y="92637"/>
                  </a:lnTo>
                  <a:close/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11BD3D9-AD94-DCDC-FCD9-89C67F1519FB}"/>
                </a:ext>
              </a:extLst>
            </p:cNvPr>
            <p:cNvSpPr/>
            <p:nvPr userDrawn="1"/>
          </p:nvSpPr>
          <p:spPr>
            <a:xfrm>
              <a:off x="7239022" y="2989880"/>
              <a:ext cx="379728" cy="874402"/>
            </a:xfrm>
            <a:custGeom>
              <a:avLst/>
              <a:gdLst>
                <a:gd name="connsiteX0" fmla="*/ 379729 w 379728"/>
                <a:gd name="connsiteY0" fmla="*/ 0 h 874402"/>
                <a:gd name="connsiteX1" fmla="*/ 198552 w 379728"/>
                <a:gd name="connsiteY1" fmla="*/ 874403 h 874402"/>
                <a:gd name="connsiteX2" fmla="*/ 0 w 379728"/>
                <a:gd name="connsiteY2" fmla="*/ 874403 h 874402"/>
                <a:gd name="connsiteX3" fmla="*/ 180722 w 379728"/>
                <a:gd name="connsiteY3" fmla="*/ 0 h 874402"/>
                <a:gd name="connsiteX4" fmla="*/ 379653 w 379728"/>
                <a:gd name="connsiteY4" fmla="*/ 0 h 87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8" h="874402">
                  <a:moveTo>
                    <a:pt x="379729" y="0"/>
                  </a:moveTo>
                  <a:cubicBezTo>
                    <a:pt x="372976" y="32017"/>
                    <a:pt x="203331" y="853159"/>
                    <a:pt x="198552" y="874403"/>
                  </a:cubicBezTo>
                  <a:lnTo>
                    <a:pt x="0" y="874403"/>
                  </a:lnTo>
                  <a:cubicBezTo>
                    <a:pt x="6449" y="842234"/>
                    <a:pt x="176473" y="21244"/>
                    <a:pt x="180722" y="0"/>
                  </a:cubicBezTo>
                  <a:lnTo>
                    <a:pt x="379653" y="0"/>
                  </a:lnTo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F17E9AB-91F5-413B-B49E-B1C8D309D408}"/>
                </a:ext>
              </a:extLst>
            </p:cNvPr>
            <p:cNvSpPr/>
            <p:nvPr userDrawn="1"/>
          </p:nvSpPr>
          <p:spPr>
            <a:xfrm>
              <a:off x="6920293" y="2989880"/>
              <a:ext cx="379728" cy="874402"/>
            </a:xfrm>
            <a:custGeom>
              <a:avLst/>
              <a:gdLst>
                <a:gd name="connsiteX0" fmla="*/ 379729 w 379728"/>
                <a:gd name="connsiteY0" fmla="*/ 0 h 874402"/>
                <a:gd name="connsiteX1" fmla="*/ 198627 w 379728"/>
                <a:gd name="connsiteY1" fmla="*/ 874403 h 874402"/>
                <a:gd name="connsiteX2" fmla="*/ 0 w 379728"/>
                <a:gd name="connsiteY2" fmla="*/ 874403 h 874402"/>
                <a:gd name="connsiteX3" fmla="*/ 180722 w 379728"/>
                <a:gd name="connsiteY3" fmla="*/ 0 h 874402"/>
                <a:gd name="connsiteX4" fmla="*/ 379653 w 379728"/>
                <a:gd name="connsiteY4" fmla="*/ 0 h 87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8" h="874402">
                  <a:moveTo>
                    <a:pt x="379729" y="0"/>
                  </a:moveTo>
                  <a:cubicBezTo>
                    <a:pt x="372900" y="32017"/>
                    <a:pt x="203255" y="853159"/>
                    <a:pt x="198627" y="874403"/>
                  </a:cubicBezTo>
                  <a:lnTo>
                    <a:pt x="0" y="874403"/>
                  </a:lnTo>
                  <a:cubicBezTo>
                    <a:pt x="6373" y="842234"/>
                    <a:pt x="176473" y="21244"/>
                    <a:pt x="180722" y="0"/>
                  </a:cubicBezTo>
                  <a:lnTo>
                    <a:pt x="379653" y="0"/>
                  </a:lnTo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E434DDE-E96D-C597-4E72-BD0BEC89E671}"/>
                </a:ext>
              </a:extLst>
            </p:cNvPr>
            <p:cNvSpPr/>
            <p:nvPr userDrawn="1"/>
          </p:nvSpPr>
          <p:spPr>
            <a:xfrm>
              <a:off x="6600501" y="3208613"/>
              <a:ext cx="334434" cy="655669"/>
            </a:xfrm>
            <a:custGeom>
              <a:avLst/>
              <a:gdLst>
                <a:gd name="connsiteX0" fmla="*/ 334434 w 334434"/>
                <a:gd name="connsiteY0" fmla="*/ 0 h 655669"/>
                <a:gd name="connsiteX1" fmla="*/ 198627 w 334434"/>
                <a:gd name="connsiteY1" fmla="*/ 655669 h 655669"/>
                <a:gd name="connsiteX2" fmla="*/ 0 w 334434"/>
                <a:gd name="connsiteY2" fmla="*/ 655669 h 655669"/>
                <a:gd name="connsiteX3" fmla="*/ 135504 w 334434"/>
                <a:gd name="connsiteY3" fmla="*/ 0 h 655669"/>
                <a:gd name="connsiteX4" fmla="*/ 334434 w 334434"/>
                <a:gd name="connsiteY4" fmla="*/ 0 h 65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434" h="655669">
                  <a:moveTo>
                    <a:pt x="334434" y="0"/>
                  </a:moveTo>
                  <a:cubicBezTo>
                    <a:pt x="327758" y="31562"/>
                    <a:pt x="203255" y="634805"/>
                    <a:pt x="198627" y="655669"/>
                  </a:cubicBezTo>
                  <a:lnTo>
                    <a:pt x="0" y="655669"/>
                  </a:lnTo>
                  <a:cubicBezTo>
                    <a:pt x="6449" y="624032"/>
                    <a:pt x="131255" y="20940"/>
                    <a:pt x="135504" y="0"/>
                  </a:cubicBezTo>
                  <a:lnTo>
                    <a:pt x="334434" y="0"/>
                  </a:lnTo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9F6B246-4562-5514-1BA9-60C3DFCA62EB}"/>
                </a:ext>
              </a:extLst>
            </p:cNvPr>
            <p:cNvSpPr/>
            <p:nvPr userDrawn="1"/>
          </p:nvSpPr>
          <p:spPr>
            <a:xfrm>
              <a:off x="5985866" y="3190784"/>
              <a:ext cx="654542" cy="908392"/>
            </a:xfrm>
            <a:custGeom>
              <a:avLst/>
              <a:gdLst>
                <a:gd name="connsiteX0" fmla="*/ 240369 w 654542"/>
                <a:gd name="connsiteY0" fmla="*/ 336939 h 908392"/>
                <a:gd name="connsiteX1" fmla="*/ 240748 w 654542"/>
                <a:gd name="connsiteY1" fmla="*/ 495659 h 908392"/>
                <a:gd name="connsiteX2" fmla="*/ 285284 w 654542"/>
                <a:gd name="connsiteY2" fmla="*/ 513565 h 908392"/>
                <a:gd name="connsiteX3" fmla="*/ 396889 w 654542"/>
                <a:gd name="connsiteY3" fmla="*/ 342857 h 908392"/>
                <a:gd name="connsiteX4" fmla="*/ 399772 w 654542"/>
                <a:gd name="connsiteY4" fmla="*/ 158720 h 908392"/>
                <a:gd name="connsiteX5" fmla="*/ 357360 w 654542"/>
                <a:gd name="connsiteY5" fmla="*/ 141422 h 908392"/>
                <a:gd name="connsiteX6" fmla="*/ 240445 w 654542"/>
                <a:gd name="connsiteY6" fmla="*/ 337015 h 908392"/>
                <a:gd name="connsiteX7" fmla="*/ 58130 w 654542"/>
                <a:gd name="connsiteY7" fmla="*/ 614700 h 908392"/>
                <a:gd name="connsiteX8" fmla="*/ 37797 w 654542"/>
                <a:gd name="connsiteY8" fmla="*/ 351430 h 908392"/>
                <a:gd name="connsiteX9" fmla="*/ 310093 w 654542"/>
                <a:gd name="connsiteY9" fmla="*/ 0 h 908392"/>
                <a:gd name="connsiteX10" fmla="*/ 436341 w 654542"/>
                <a:gd name="connsiteY10" fmla="*/ 99845 h 908392"/>
                <a:gd name="connsiteX11" fmla="*/ 437403 w 654542"/>
                <a:gd name="connsiteY11" fmla="*/ 112667 h 908392"/>
                <a:gd name="connsiteX12" fmla="*/ 451363 w 654542"/>
                <a:gd name="connsiteY12" fmla="*/ 112667 h 908392"/>
                <a:gd name="connsiteX13" fmla="*/ 470937 w 654542"/>
                <a:gd name="connsiteY13" fmla="*/ 17905 h 908392"/>
                <a:gd name="connsiteX14" fmla="*/ 654543 w 654542"/>
                <a:gd name="connsiteY14" fmla="*/ 17905 h 908392"/>
                <a:gd name="connsiteX15" fmla="*/ 518053 w 654542"/>
                <a:gd name="connsiteY15" fmla="*/ 673575 h 908392"/>
                <a:gd name="connsiteX16" fmla="*/ 200689 w 654542"/>
                <a:gd name="connsiteY16" fmla="*/ 908393 h 908392"/>
                <a:gd name="connsiteX17" fmla="*/ 317 w 654542"/>
                <a:gd name="connsiteY17" fmla="*/ 776379 h 908392"/>
                <a:gd name="connsiteX18" fmla="*/ 2821 w 654542"/>
                <a:gd name="connsiteY18" fmla="*/ 729491 h 908392"/>
                <a:gd name="connsiteX19" fmla="*/ 181798 w 654542"/>
                <a:gd name="connsiteY19" fmla="*/ 729491 h 908392"/>
                <a:gd name="connsiteX20" fmla="*/ 181798 w 654542"/>
                <a:gd name="connsiteY20" fmla="*/ 729643 h 908392"/>
                <a:gd name="connsiteX21" fmla="*/ 188247 w 654542"/>
                <a:gd name="connsiteY21" fmla="*/ 775696 h 908392"/>
                <a:gd name="connsiteX22" fmla="*/ 230278 w 654542"/>
                <a:gd name="connsiteY22" fmla="*/ 795574 h 908392"/>
                <a:gd name="connsiteX23" fmla="*/ 321626 w 654542"/>
                <a:gd name="connsiteY23" fmla="*/ 699598 h 908392"/>
                <a:gd name="connsiteX24" fmla="*/ 351898 w 654542"/>
                <a:gd name="connsiteY24" fmla="*/ 552562 h 908392"/>
                <a:gd name="connsiteX25" fmla="*/ 337255 w 654542"/>
                <a:gd name="connsiteY25" fmla="*/ 552562 h 908392"/>
                <a:gd name="connsiteX26" fmla="*/ 333006 w 654542"/>
                <a:gd name="connsiteY26" fmla="*/ 559466 h 908392"/>
                <a:gd name="connsiteX27" fmla="*/ 156533 w 654542"/>
                <a:gd name="connsiteY27" fmla="*/ 654911 h 908392"/>
                <a:gd name="connsiteX28" fmla="*/ 58130 w 654542"/>
                <a:gd name="connsiteY28" fmla="*/ 614775 h 908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4542" h="908392">
                  <a:moveTo>
                    <a:pt x="240369" y="336939"/>
                  </a:moveTo>
                  <a:cubicBezTo>
                    <a:pt x="220415" y="434281"/>
                    <a:pt x="221098" y="471457"/>
                    <a:pt x="240748" y="495659"/>
                  </a:cubicBezTo>
                  <a:cubicBezTo>
                    <a:pt x="250687" y="507799"/>
                    <a:pt x="265330" y="513565"/>
                    <a:pt x="285284" y="513565"/>
                  </a:cubicBezTo>
                  <a:cubicBezTo>
                    <a:pt x="341352" y="513565"/>
                    <a:pt x="368361" y="479651"/>
                    <a:pt x="396889" y="342857"/>
                  </a:cubicBezTo>
                  <a:cubicBezTo>
                    <a:pt x="417222" y="244833"/>
                    <a:pt x="419422" y="182695"/>
                    <a:pt x="399772" y="158720"/>
                  </a:cubicBezTo>
                  <a:cubicBezTo>
                    <a:pt x="390516" y="147112"/>
                    <a:pt x="376328" y="141422"/>
                    <a:pt x="357360" y="141422"/>
                  </a:cubicBezTo>
                  <a:cubicBezTo>
                    <a:pt x="299623" y="141422"/>
                    <a:pt x="268593" y="200221"/>
                    <a:pt x="240445" y="337015"/>
                  </a:cubicBezTo>
                  <a:moveTo>
                    <a:pt x="58130" y="614700"/>
                  </a:moveTo>
                  <a:cubicBezTo>
                    <a:pt x="18146" y="565612"/>
                    <a:pt x="10332" y="488679"/>
                    <a:pt x="37797" y="351430"/>
                  </a:cubicBezTo>
                  <a:cubicBezTo>
                    <a:pt x="98037" y="52730"/>
                    <a:pt x="211387" y="0"/>
                    <a:pt x="310093" y="0"/>
                  </a:cubicBezTo>
                  <a:cubicBezTo>
                    <a:pt x="357133" y="0"/>
                    <a:pt x="427768" y="17374"/>
                    <a:pt x="436341" y="99845"/>
                  </a:cubicBezTo>
                  <a:lnTo>
                    <a:pt x="437403" y="112667"/>
                  </a:lnTo>
                  <a:lnTo>
                    <a:pt x="451363" y="112667"/>
                  </a:lnTo>
                  <a:cubicBezTo>
                    <a:pt x="451363" y="112667"/>
                    <a:pt x="467372" y="35052"/>
                    <a:pt x="470937" y="17905"/>
                  </a:cubicBezTo>
                  <a:lnTo>
                    <a:pt x="654543" y="17905"/>
                  </a:lnTo>
                  <a:cubicBezTo>
                    <a:pt x="647790" y="50150"/>
                    <a:pt x="518053" y="673575"/>
                    <a:pt x="518053" y="673575"/>
                  </a:cubicBezTo>
                  <a:cubicBezTo>
                    <a:pt x="485581" y="830322"/>
                    <a:pt x="385053" y="908393"/>
                    <a:pt x="200689" y="908393"/>
                  </a:cubicBezTo>
                  <a:cubicBezTo>
                    <a:pt x="29527" y="908393"/>
                    <a:pt x="4262" y="807561"/>
                    <a:pt x="317" y="776379"/>
                  </a:cubicBezTo>
                  <a:cubicBezTo>
                    <a:pt x="-1125" y="764543"/>
                    <a:pt x="2821" y="729491"/>
                    <a:pt x="2821" y="729491"/>
                  </a:cubicBezTo>
                  <a:lnTo>
                    <a:pt x="181798" y="729491"/>
                  </a:lnTo>
                  <a:lnTo>
                    <a:pt x="181798" y="729643"/>
                  </a:lnTo>
                  <a:cubicBezTo>
                    <a:pt x="181798" y="745651"/>
                    <a:pt x="182860" y="769095"/>
                    <a:pt x="188247" y="775696"/>
                  </a:cubicBezTo>
                  <a:cubicBezTo>
                    <a:pt x="195682" y="784800"/>
                    <a:pt x="201751" y="795574"/>
                    <a:pt x="230278" y="795574"/>
                  </a:cubicBezTo>
                  <a:cubicBezTo>
                    <a:pt x="267758" y="795574"/>
                    <a:pt x="303796" y="784573"/>
                    <a:pt x="321626" y="699598"/>
                  </a:cubicBezTo>
                  <a:lnTo>
                    <a:pt x="351898" y="552562"/>
                  </a:lnTo>
                  <a:lnTo>
                    <a:pt x="337255" y="552562"/>
                  </a:lnTo>
                  <a:lnTo>
                    <a:pt x="333006" y="559466"/>
                  </a:lnTo>
                  <a:cubicBezTo>
                    <a:pt x="296589" y="622894"/>
                    <a:pt x="228533" y="654911"/>
                    <a:pt x="156533" y="654911"/>
                  </a:cubicBezTo>
                  <a:cubicBezTo>
                    <a:pt x="112301" y="654911"/>
                    <a:pt x="79904" y="641785"/>
                    <a:pt x="58130" y="614775"/>
                  </a:cubicBezTo>
                  <a:close/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5FDB249-743A-7B26-DF7E-4F9984544514}"/>
                </a:ext>
              </a:extLst>
            </p:cNvPr>
            <p:cNvSpPr/>
            <p:nvPr userDrawn="1"/>
          </p:nvSpPr>
          <p:spPr>
            <a:xfrm>
              <a:off x="5542799" y="3190708"/>
              <a:ext cx="522667" cy="673574"/>
            </a:xfrm>
            <a:custGeom>
              <a:avLst/>
              <a:gdLst>
                <a:gd name="connsiteX0" fmla="*/ 503472 w 522667"/>
                <a:gd name="connsiteY0" fmla="*/ 0 h 673574"/>
                <a:gd name="connsiteX1" fmla="*/ 323054 w 522667"/>
                <a:gd name="connsiteY1" fmla="*/ 118964 h 673574"/>
                <a:gd name="connsiteX2" fmla="*/ 319185 w 522667"/>
                <a:gd name="connsiteY2" fmla="*/ 126475 h 673574"/>
                <a:gd name="connsiteX3" fmla="*/ 304542 w 522667"/>
                <a:gd name="connsiteY3" fmla="*/ 126475 h 673574"/>
                <a:gd name="connsiteX4" fmla="*/ 326999 w 522667"/>
                <a:gd name="connsiteY4" fmla="*/ 17905 h 673574"/>
                <a:gd name="connsiteX5" fmla="*/ 309853 w 522667"/>
                <a:gd name="connsiteY5" fmla="*/ 17905 h 673574"/>
                <a:gd name="connsiteX6" fmla="*/ 309853 w 522667"/>
                <a:gd name="connsiteY6" fmla="*/ 17754 h 673574"/>
                <a:gd name="connsiteX7" fmla="*/ 120861 w 522667"/>
                <a:gd name="connsiteY7" fmla="*/ 17754 h 673574"/>
                <a:gd name="connsiteX8" fmla="*/ 122985 w 522667"/>
                <a:gd name="connsiteY8" fmla="*/ 43929 h 673574"/>
                <a:gd name="connsiteX9" fmla="*/ 114791 w 522667"/>
                <a:gd name="connsiteY9" fmla="*/ 118433 h 673574"/>
                <a:gd name="connsiteX10" fmla="*/ 0 w 522667"/>
                <a:gd name="connsiteY10" fmla="*/ 673575 h 673574"/>
                <a:gd name="connsiteX11" fmla="*/ 198931 w 522667"/>
                <a:gd name="connsiteY11" fmla="*/ 673575 h 673574"/>
                <a:gd name="connsiteX12" fmla="*/ 273435 w 522667"/>
                <a:gd name="connsiteY12" fmla="*/ 311826 h 673574"/>
                <a:gd name="connsiteX13" fmla="*/ 439893 w 522667"/>
                <a:gd name="connsiteY13" fmla="*/ 179433 h 673574"/>
                <a:gd name="connsiteX14" fmla="*/ 484808 w 522667"/>
                <a:gd name="connsiteY14" fmla="*/ 182316 h 673574"/>
                <a:gd name="connsiteX15" fmla="*/ 522667 w 522667"/>
                <a:gd name="connsiteY15" fmla="*/ 0 h 673574"/>
                <a:gd name="connsiteX16" fmla="*/ 503397 w 522667"/>
                <a:gd name="connsiteY16" fmla="*/ 0 h 673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22667" h="673574">
                  <a:moveTo>
                    <a:pt x="503472" y="0"/>
                  </a:moveTo>
                  <a:cubicBezTo>
                    <a:pt x="438224" y="0"/>
                    <a:pt x="360837" y="45750"/>
                    <a:pt x="323054" y="118964"/>
                  </a:cubicBezTo>
                  <a:lnTo>
                    <a:pt x="319185" y="126475"/>
                  </a:lnTo>
                  <a:lnTo>
                    <a:pt x="304542" y="126475"/>
                  </a:lnTo>
                  <a:cubicBezTo>
                    <a:pt x="304542" y="126475"/>
                    <a:pt x="321992" y="41956"/>
                    <a:pt x="326999" y="17905"/>
                  </a:cubicBezTo>
                  <a:lnTo>
                    <a:pt x="309853" y="17905"/>
                  </a:lnTo>
                  <a:lnTo>
                    <a:pt x="309853" y="17754"/>
                  </a:lnTo>
                  <a:lnTo>
                    <a:pt x="120861" y="17754"/>
                  </a:lnTo>
                  <a:cubicBezTo>
                    <a:pt x="121923" y="26023"/>
                    <a:pt x="122985" y="34673"/>
                    <a:pt x="122985" y="43929"/>
                  </a:cubicBezTo>
                  <a:cubicBezTo>
                    <a:pt x="122985" y="65021"/>
                    <a:pt x="120102" y="89223"/>
                    <a:pt x="114791" y="118433"/>
                  </a:cubicBezTo>
                  <a:cubicBezTo>
                    <a:pt x="78070" y="296500"/>
                    <a:pt x="4931" y="649524"/>
                    <a:pt x="0" y="673575"/>
                  </a:cubicBezTo>
                  <a:lnTo>
                    <a:pt x="198931" y="673575"/>
                  </a:lnTo>
                  <a:cubicBezTo>
                    <a:pt x="211373" y="612044"/>
                    <a:pt x="273435" y="311826"/>
                    <a:pt x="273435" y="311826"/>
                  </a:cubicBezTo>
                  <a:cubicBezTo>
                    <a:pt x="292327" y="221465"/>
                    <a:pt x="345056" y="179433"/>
                    <a:pt x="439893" y="179433"/>
                  </a:cubicBezTo>
                  <a:cubicBezTo>
                    <a:pt x="456281" y="179433"/>
                    <a:pt x="470924" y="180343"/>
                    <a:pt x="484808" y="182316"/>
                  </a:cubicBezTo>
                  <a:cubicBezTo>
                    <a:pt x="489512" y="161072"/>
                    <a:pt x="517281" y="26858"/>
                    <a:pt x="522667" y="0"/>
                  </a:cubicBezTo>
                  <a:lnTo>
                    <a:pt x="503397" y="0"/>
                  </a:lnTo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6009392-EC42-9B83-AA54-E4AFCE4B15F2}"/>
                </a:ext>
              </a:extLst>
            </p:cNvPr>
            <p:cNvSpPr/>
            <p:nvPr userDrawn="1"/>
          </p:nvSpPr>
          <p:spPr>
            <a:xfrm>
              <a:off x="4953743" y="3190632"/>
              <a:ext cx="607265" cy="691404"/>
            </a:xfrm>
            <a:custGeom>
              <a:avLst/>
              <a:gdLst>
                <a:gd name="connsiteX0" fmla="*/ 386636 w 607265"/>
                <a:gd name="connsiteY0" fmla="*/ 343767 h 691404"/>
                <a:gd name="connsiteX1" fmla="*/ 375635 w 607265"/>
                <a:gd name="connsiteY1" fmla="*/ 350065 h 691404"/>
                <a:gd name="connsiteX2" fmla="*/ 320705 w 607265"/>
                <a:gd name="connsiteY2" fmla="*/ 363190 h 691404"/>
                <a:gd name="connsiteX3" fmla="*/ 278294 w 607265"/>
                <a:gd name="connsiteY3" fmla="*/ 376543 h 691404"/>
                <a:gd name="connsiteX4" fmla="*/ 204851 w 607265"/>
                <a:gd name="connsiteY4" fmla="*/ 475023 h 691404"/>
                <a:gd name="connsiteX5" fmla="*/ 215928 w 607265"/>
                <a:gd name="connsiteY5" fmla="*/ 547479 h 691404"/>
                <a:gd name="connsiteX6" fmla="*/ 259098 w 607265"/>
                <a:gd name="connsiteY6" fmla="*/ 566522 h 691404"/>
                <a:gd name="connsiteX7" fmla="*/ 366758 w 607265"/>
                <a:gd name="connsiteY7" fmla="*/ 442930 h 691404"/>
                <a:gd name="connsiteX8" fmla="*/ 387091 w 607265"/>
                <a:gd name="connsiteY8" fmla="*/ 343767 h 691404"/>
                <a:gd name="connsiteX9" fmla="*/ 386712 w 607265"/>
                <a:gd name="connsiteY9" fmla="*/ 343767 h 691404"/>
                <a:gd name="connsiteX10" fmla="*/ 388760 w 607265"/>
                <a:gd name="connsiteY10" fmla="*/ 76 h 691404"/>
                <a:gd name="connsiteX11" fmla="*/ 581621 w 607265"/>
                <a:gd name="connsiteY11" fmla="*/ 55765 h 691404"/>
                <a:gd name="connsiteX12" fmla="*/ 607265 w 607265"/>
                <a:gd name="connsiteY12" fmla="*/ 138387 h 691404"/>
                <a:gd name="connsiteX13" fmla="*/ 599754 w 607265"/>
                <a:gd name="connsiteY13" fmla="*/ 203180 h 691404"/>
                <a:gd name="connsiteX14" fmla="*/ 530637 w 607265"/>
                <a:gd name="connsiteY14" fmla="*/ 536933 h 691404"/>
                <a:gd name="connsiteX15" fmla="*/ 515690 w 607265"/>
                <a:gd name="connsiteY15" fmla="*/ 647703 h 691404"/>
                <a:gd name="connsiteX16" fmla="*/ 517815 w 607265"/>
                <a:gd name="connsiteY16" fmla="*/ 673651 h 691404"/>
                <a:gd name="connsiteX17" fmla="*/ 328823 w 607265"/>
                <a:gd name="connsiteY17" fmla="*/ 673651 h 691404"/>
                <a:gd name="connsiteX18" fmla="*/ 328444 w 607265"/>
                <a:gd name="connsiteY18" fmla="*/ 667657 h 691404"/>
                <a:gd name="connsiteX19" fmla="*/ 330568 w 607265"/>
                <a:gd name="connsiteY19" fmla="*/ 623956 h 691404"/>
                <a:gd name="connsiteX20" fmla="*/ 332692 w 607265"/>
                <a:gd name="connsiteY20" fmla="*/ 596643 h 691404"/>
                <a:gd name="connsiteX21" fmla="*/ 321995 w 607265"/>
                <a:gd name="connsiteY21" fmla="*/ 596643 h 691404"/>
                <a:gd name="connsiteX22" fmla="*/ 318049 w 607265"/>
                <a:gd name="connsiteY22" fmla="*/ 603016 h 691404"/>
                <a:gd name="connsiteX23" fmla="*/ 140817 w 607265"/>
                <a:gd name="connsiteY23" fmla="*/ 691404 h 691404"/>
                <a:gd name="connsiteX24" fmla="*/ 24281 w 607265"/>
                <a:gd name="connsiteY24" fmla="*/ 649600 h 691404"/>
                <a:gd name="connsiteX25" fmla="*/ 6831 w 607265"/>
                <a:gd name="connsiteY25" fmla="*/ 507419 h 691404"/>
                <a:gd name="connsiteX26" fmla="*/ 231406 w 607265"/>
                <a:gd name="connsiteY26" fmla="*/ 298245 h 691404"/>
                <a:gd name="connsiteX27" fmla="*/ 325485 w 607265"/>
                <a:gd name="connsiteY27" fmla="*/ 276698 h 691404"/>
                <a:gd name="connsiteX28" fmla="*/ 418577 w 607265"/>
                <a:gd name="connsiteY28" fmla="*/ 191344 h 691404"/>
                <a:gd name="connsiteX29" fmla="*/ 409700 w 607265"/>
                <a:gd name="connsiteY29" fmla="*/ 130421 h 691404"/>
                <a:gd name="connsiteX30" fmla="*/ 359778 w 607265"/>
                <a:gd name="connsiteY30" fmla="*/ 111226 h 691404"/>
                <a:gd name="connsiteX31" fmla="*/ 265623 w 607265"/>
                <a:gd name="connsiteY31" fmla="*/ 202118 h 691404"/>
                <a:gd name="connsiteX32" fmla="*/ 97040 w 607265"/>
                <a:gd name="connsiteY32" fmla="*/ 202118 h 691404"/>
                <a:gd name="connsiteX33" fmla="*/ 388684 w 607265"/>
                <a:gd name="connsiteY33" fmla="*/ 0 h 691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7265" h="691404">
                  <a:moveTo>
                    <a:pt x="386636" y="343767"/>
                  </a:moveTo>
                  <a:cubicBezTo>
                    <a:pt x="386636" y="343767"/>
                    <a:pt x="382766" y="347182"/>
                    <a:pt x="375635" y="350065"/>
                  </a:cubicBezTo>
                  <a:cubicBezTo>
                    <a:pt x="363495" y="354769"/>
                    <a:pt x="337093" y="359017"/>
                    <a:pt x="320705" y="363190"/>
                  </a:cubicBezTo>
                  <a:cubicBezTo>
                    <a:pt x="307883" y="366377"/>
                    <a:pt x="293619" y="369943"/>
                    <a:pt x="278294" y="376543"/>
                  </a:cubicBezTo>
                  <a:cubicBezTo>
                    <a:pt x="236944" y="393918"/>
                    <a:pt x="215853" y="422521"/>
                    <a:pt x="204851" y="475023"/>
                  </a:cubicBezTo>
                  <a:cubicBezTo>
                    <a:pt x="198478" y="505674"/>
                    <a:pt x="202424" y="530863"/>
                    <a:pt x="215928" y="547479"/>
                  </a:cubicBezTo>
                  <a:cubicBezTo>
                    <a:pt x="225943" y="559997"/>
                    <a:pt x="240890" y="566522"/>
                    <a:pt x="259098" y="566522"/>
                  </a:cubicBezTo>
                  <a:cubicBezTo>
                    <a:pt x="332540" y="566522"/>
                    <a:pt x="355681" y="496039"/>
                    <a:pt x="366758" y="442930"/>
                  </a:cubicBezTo>
                  <a:lnTo>
                    <a:pt x="387091" y="343767"/>
                  </a:lnTo>
                  <a:lnTo>
                    <a:pt x="386712" y="343767"/>
                  </a:lnTo>
                  <a:moveTo>
                    <a:pt x="388760" y="76"/>
                  </a:moveTo>
                  <a:cubicBezTo>
                    <a:pt x="489667" y="76"/>
                    <a:pt x="550970" y="17754"/>
                    <a:pt x="581621" y="55765"/>
                  </a:cubicBezTo>
                  <a:cubicBezTo>
                    <a:pt x="598388" y="76325"/>
                    <a:pt x="606962" y="103866"/>
                    <a:pt x="607265" y="138387"/>
                  </a:cubicBezTo>
                  <a:cubicBezTo>
                    <a:pt x="607265" y="157810"/>
                    <a:pt x="604762" y="179205"/>
                    <a:pt x="599754" y="203180"/>
                  </a:cubicBezTo>
                  <a:lnTo>
                    <a:pt x="530637" y="536933"/>
                  </a:lnTo>
                  <a:cubicBezTo>
                    <a:pt x="521381" y="583138"/>
                    <a:pt x="515311" y="618341"/>
                    <a:pt x="515690" y="647703"/>
                  </a:cubicBezTo>
                  <a:cubicBezTo>
                    <a:pt x="515690" y="657035"/>
                    <a:pt x="516373" y="665608"/>
                    <a:pt x="517815" y="673651"/>
                  </a:cubicBezTo>
                  <a:lnTo>
                    <a:pt x="328823" y="673651"/>
                  </a:lnTo>
                  <a:cubicBezTo>
                    <a:pt x="328823" y="671678"/>
                    <a:pt x="328444" y="669630"/>
                    <a:pt x="328444" y="667657"/>
                  </a:cubicBezTo>
                  <a:cubicBezTo>
                    <a:pt x="328444" y="653697"/>
                    <a:pt x="329506" y="639130"/>
                    <a:pt x="330568" y="623956"/>
                  </a:cubicBezTo>
                  <a:lnTo>
                    <a:pt x="332692" y="596643"/>
                  </a:lnTo>
                  <a:lnTo>
                    <a:pt x="321995" y="596643"/>
                  </a:lnTo>
                  <a:lnTo>
                    <a:pt x="318049" y="603016"/>
                  </a:lnTo>
                  <a:cubicBezTo>
                    <a:pt x="283832" y="657718"/>
                    <a:pt x="206824" y="691404"/>
                    <a:pt x="140817" y="691404"/>
                  </a:cubicBezTo>
                  <a:cubicBezTo>
                    <a:pt x="86267" y="691404"/>
                    <a:pt x="47042" y="677444"/>
                    <a:pt x="24281" y="649600"/>
                  </a:cubicBezTo>
                  <a:cubicBezTo>
                    <a:pt x="-377" y="619100"/>
                    <a:pt x="-6370" y="571150"/>
                    <a:pt x="6831" y="507419"/>
                  </a:cubicBezTo>
                  <a:cubicBezTo>
                    <a:pt x="32475" y="382841"/>
                    <a:pt x="89226" y="330187"/>
                    <a:pt x="231406" y="298245"/>
                  </a:cubicBezTo>
                  <a:lnTo>
                    <a:pt x="325485" y="276698"/>
                  </a:lnTo>
                  <a:cubicBezTo>
                    <a:pt x="381477" y="264407"/>
                    <a:pt x="408562" y="239750"/>
                    <a:pt x="418577" y="191344"/>
                  </a:cubicBezTo>
                  <a:cubicBezTo>
                    <a:pt x="423964" y="164866"/>
                    <a:pt x="421081" y="144457"/>
                    <a:pt x="409700" y="130421"/>
                  </a:cubicBezTo>
                  <a:cubicBezTo>
                    <a:pt x="399382" y="117599"/>
                    <a:pt x="382235" y="111226"/>
                    <a:pt x="359778" y="111226"/>
                  </a:cubicBezTo>
                  <a:cubicBezTo>
                    <a:pt x="309173" y="111226"/>
                    <a:pt x="282390" y="137173"/>
                    <a:pt x="265623" y="202118"/>
                  </a:cubicBezTo>
                  <a:lnTo>
                    <a:pt x="97040" y="202118"/>
                  </a:lnTo>
                  <a:cubicBezTo>
                    <a:pt x="142335" y="26858"/>
                    <a:pt x="298096" y="0"/>
                    <a:pt x="388684" y="0"/>
                  </a:cubicBezTo>
                  <a:close/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AA2EB74-D1AF-8FC6-9AE4-DBC218F0F502}"/>
                </a:ext>
              </a:extLst>
            </p:cNvPr>
            <p:cNvSpPr/>
            <p:nvPr userDrawn="1"/>
          </p:nvSpPr>
          <p:spPr>
            <a:xfrm>
              <a:off x="4341119" y="2985783"/>
              <a:ext cx="665508" cy="909075"/>
            </a:xfrm>
            <a:custGeom>
              <a:avLst/>
              <a:gdLst>
                <a:gd name="connsiteX0" fmla="*/ 38975 w 665508"/>
                <a:gd name="connsiteY0" fmla="*/ 844434 h 909075"/>
                <a:gd name="connsiteX1" fmla="*/ 31539 w 665508"/>
                <a:gd name="connsiteY1" fmla="*/ 457345 h 909075"/>
                <a:gd name="connsiteX2" fmla="*/ 436912 w 665508"/>
                <a:gd name="connsiteY2" fmla="*/ 0 h 909075"/>
                <a:gd name="connsiteX3" fmla="*/ 630532 w 665508"/>
                <a:gd name="connsiteY3" fmla="*/ 65779 h 909075"/>
                <a:gd name="connsiteX4" fmla="*/ 665508 w 665508"/>
                <a:gd name="connsiteY4" fmla="*/ 180950 h 909075"/>
                <a:gd name="connsiteX5" fmla="*/ 655873 w 665508"/>
                <a:gd name="connsiteY5" fmla="*/ 268504 h 909075"/>
                <a:gd name="connsiteX6" fmla="*/ 646237 w 665508"/>
                <a:gd name="connsiteY6" fmla="*/ 314254 h 909075"/>
                <a:gd name="connsiteX7" fmla="*/ 450569 w 665508"/>
                <a:gd name="connsiteY7" fmla="*/ 314254 h 909075"/>
                <a:gd name="connsiteX8" fmla="*/ 464832 w 665508"/>
                <a:gd name="connsiteY8" fmla="*/ 200449 h 909075"/>
                <a:gd name="connsiteX9" fmla="*/ 455197 w 665508"/>
                <a:gd name="connsiteY9" fmla="*/ 153106 h 909075"/>
                <a:gd name="connsiteX10" fmla="*/ 411040 w 665508"/>
                <a:gd name="connsiteY10" fmla="*/ 131179 h 909075"/>
                <a:gd name="connsiteX11" fmla="*/ 246630 w 665508"/>
                <a:gd name="connsiteY11" fmla="*/ 451731 h 909075"/>
                <a:gd name="connsiteX12" fmla="*/ 224173 w 665508"/>
                <a:gd name="connsiteY12" fmla="*/ 757639 h 909075"/>
                <a:gd name="connsiteX13" fmla="*/ 275840 w 665508"/>
                <a:gd name="connsiteY13" fmla="*/ 777896 h 909075"/>
                <a:gd name="connsiteX14" fmla="*/ 405274 w 665508"/>
                <a:gd name="connsiteY14" fmla="*/ 556962 h 909075"/>
                <a:gd name="connsiteX15" fmla="*/ 602384 w 665508"/>
                <a:gd name="connsiteY15" fmla="*/ 556962 h 909075"/>
                <a:gd name="connsiteX16" fmla="*/ 592066 w 665508"/>
                <a:gd name="connsiteY16" fmla="*/ 607037 h 909075"/>
                <a:gd name="connsiteX17" fmla="*/ 243065 w 665508"/>
                <a:gd name="connsiteY17" fmla="*/ 909076 h 909075"/>
                <a:gd name="connsiteX18" fmla="*/ 39126 w 665508"/>
                <a:gd name="connsiteY18" fmla="*/ 844434 h 90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5508" h="909075">
                  <a:moveTo>
                    <a:pt x="38975" y="844434"/>
                  </a:moveTo>
                  <a:cubicBezTo>
                    <a:pt x="-10568" y="783435"/>
                    <a:pt x="-12693" y="671375"/>
                    <a:pt x="31539" y="457345"/>
                  </a:cubicBezTo>
                  <a:cubicBezTo>
                    <a:pt x="102478" y="115550"/>
                    <a:pt x="204447" y="0"/>
                    <a:pt x="436912" y="0"/>
                  </a:cubicBezTo>
                  <a:cubicBezTo>
                    <a:pt x="529625" y="0"/>
                    <a:pt x="594797" y="22230"/>
                    <a:pt x="630532" y="65779"/>
                  </a:cubicBezTo>
                  <a:cubicBezTo>
                    <a:pt x="653369" y="94155"/>
                    <a:pt x="665129" y="132621"/>
                    <a:pt x="665508" y="180950"/>
                  </a:cubicBezTo>
                  <a:cubicBezTo>
                    <a:pt x="665508" y="207277"/>
                    <a:pt x="662246" y="236411"/>
                    <a:pt x="655873" y="268504"/>
                  </a:cubicBezTo>
                  <a:cubicBezTo>
                    <a:pt x="655873" y="268504"/>
                    <a:pt x="649803" y="297714"/>
                    <a:pt x="646237" y="314254"/>
                  </a:cubicBezTo>
                  <a:lnTo>
                    <a:pt x="450569" y="314254"/>
                  </a:lnTo>
                  <a:cubicBezTo>
                    <a:pt x="450569" y="314254"/>
                    <a:pt x="465212" y="221010"/>
                    <a:pt x="464832" y="200449"/>
                  </a:cubicBezTo>
                  <a:cubicBezTo>
                    <a:pt x="464832" y="177157"/>
                    <a:pt x="463770" y="164714"/>
                    <a:pt x="455197" y="153106"/>
                  </a:cubicBezTo>
                  <a:cubicBezTo>
                    <a:pt x="445941" y="140891"/>
                    <a:pt x="432436" y="131179"/>
                    <a:pt x="411040" y="131179"/>
                  </a:cubicBezTo>
                  <a:cubicBezTo>
                    <a:pt x="324397" y="131179"/>
                    <a:pt x="295870" y="213574"/>
                    <a:pt x="246630" y="451731"/>
                  </a:cubicBezTo>
                  <a:cubicBezTo>
                    <a:pt x="208544" y="636550"/>
                    <a:pt x="194584" y="721449"/>
                    <a:pt x="224173" y="757639"/>
                  </a:cubicBezTo>
                  <a:cubicBezTo>
                    <a:pt x="235553" y="771371"/>
                    <a:pt x="252321" y="777896"/>
                    <a:pt x="275840" y="777896"/>
                  </a:cubicBezTo>
                  <a:cubicBezTo>
                    <a:pt x="343972" y="777896"/>
                    <a:pt x="371057" y="719552"/>
                    <a:pt x="405274" y="556962"/>
                  </a:cubicBezTo>
                  <a:lnTo>
                    <a:pt x="602384" y="556962"/>
                  </a:lnTo>
                  <a:cubicBezTo>
                    <a:pt x="598439" y="575854"/>
                    <a:pt x="592066" y="607037"/>
                    <a:pt x="592066" y="607037"/>
                  </a:cubicBezTo>
                  <a:cubicBezTo>
                    <a:pt x="550717" y="807410"/>
                    <a:pt x="433119" y="909076"/>
                    <a:pt x="243065" y="909076"/>
                  </a:cubicBezTo>
                  <a:cubicBezTo>
                    <a:pt x="139957" y="909076"/>
                    <a:pt x="75089" y="888363"/>
                    <a:pt x="39126" y="844434"/>
                  </a:cubicBezTo>
                </a:path>
              </a:pathLst>
            </a:custGeom>
            <a:solidFill>
              <a:schemeClr val="tx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BCB89AC-81B1-89C2-8243-AC0228498D4C}"/>
                </a:ext>
              </a:extLst>
            </p:cNvPr>
            <p:cNvSpPr/>
            <p:nvPr userDrawn="1"/>
          </p:nvSpPr>
          <p:spPr>
            <a:xfrm>
              <a:off x="5474744" y="2569059"/>
              <a:ext cx="1477368" cy="580830"/>
            </a:xfrm>
            <a:custGeom>
              <a:avLst/>
              <a:gdLst>
                <a:gd name="connsiteX0" fmla="*/ 1476959 w 1477368"/>
                <a:gd name="connsiteY0" fmla="*/ 562243 h 580830"/>
                <a:gd name="connsiteX1" fmla="*/ 1253370 w 1477368"/>
                <a:gd name="connsiteY1" fmla="*/ 559815 h 580830"/>
                <a:gd name="connsiteX2" fmla="*/ 759988 w 1477368"/>
                <a:gd name="connsiteY2" fmla="*/ 336984 h 580830"/>
                <a:gd name="connsiteX3" fmla="*/ 398089 w 1477368"/>
                <a:gd name="connsiteY3" fmla="*/ 253224 h 580830"/>
                <a:gd name="connsiteX4" fmla="*/ 54247 w 1477368"/>
                <a:gd name="connsiteY4" fmla="*/ 580831 h 580830"/>
                <a:gd name="connsiteX5" fmla="*/ 0 w 1477368"/>
                <a:gd name="connsiteY5" fmla="*/ 561181 h 580830"/>
                <a:gd name="connsiteX6" fmla="*/ 652633 w 1477368"/>
                <a:gd name="connsiteY6" fmla="*/ 15447 h 580830"/>
                <a:gd name="connsiteX7" fmla="*/ 1476959 w 1477368"/>
                <a:gd name="connsiteY7" fmla="*/ 562243 h 58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7368" h="580830">
                  <a:moveTo>
                    <a:pt x="1476959" y="562243"/>
                  </a:moveTo>
                  <a:cubicBezTo>
                    <a:pt x="1476959" y="562243"/>
                    <a:pt x="1345021" y="572485"/>
                    <a:pt x="1253370" y="559815"/>
                  </a:cubicBezTo>
                  <a:cubicBezTo>
                    <a:pt x="1042680" y="530833"/>
                    <a:pt x="846632" y="385390"/>
                    <a:pt x="759988" y="336984"/>
                  </a:cubicBezTo>
                  <a:cubicBezTo>
                    <a:pt x="571679" y="231980"/>
                    <a:pt x="495430" y="225683"/>
                    <a:pt x="398089" y="253224"/>
                  </a:cubicBezTo>
                  <a:cubicBezTo>
                    <a:pt x="238307" y="296697"/>
                    <a:pt x="144380" y="427953"/>
                    <a:pt x="54247" y="580831"/>
                  </a:cubicBezTo>
                  <a:cubicBezTo>
                    <a:pt x="37025" y="572409"/>
                    <a:pt x="18740" y="565885"/>
                    <a:pt x="0" y="561181"/>
                  </a:cubicBezTo>
                  <a:cubicBezTo>
                    <a:pt x="51592" y="451624"/>
                    <a:pt x="247715" y="99283"/>
                    <a:pt x="652633" y="15447"/>
                  </a:cubicBezTo>
                  <a:cubicBezTo>
                    <a:pt x="1058081" y="-68693"/>
                    <a:pt x="1492588" y="201784"/>
                    <a:pt x="1476959" y="562243"/>
                  </a:cubicBezTo>
                  <a:close/>
                </a:path>
              </a:pathLst>
            </a:custGeom>
            <a:solidFill>
              <a:schemeClr val="accent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12396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ep Green w/ 2 Color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F1BC90-DE56-E34E-5350-4FDCD7E9DE70}"/>
              </a:ext>
            </a:extLst>
          </p:cNvPr>
          <p:cNvGrpSpPr/>
          <p:nvPr userDrawn="1"/>
        </p:nvGrpSpPr>
        <p:grpSpPr>
          <a:xfrm>
            <a:off x="4457185" y="2659589"/>
            <a:ext cx="3277631" cy="1530117"/>
            <a:chOff x="4341119" y="2569059"/>
            <a:chExt cx="3277631" cy="153011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7C9685A-0A70-2C7D-CC42-2C8C5883E375}"/>
                </a:ext>
              </a:extLst>
            </p:cNvPr>
            <p:cNvSpPr/>
            <p:nvPr userDrawn="1"/>
          </p:nvSpPr>
          <p:spPr>
            <a:xfrm>
              <a:off x="7494703" y="3771645"/>
              <a:ext cx="124047" cy="120329"/>
            </a:xfrm>
            <a:custGeom>
              <a:avLst/>
              <a:gdLst>
                <a:gd name="connsiteX0" fmla="*/ 62137 w 124047"/>
                <a:gd name="connsiteY0" fmla="*/ 120330 h 120329"/>
                <a:gd name="connsiteX1" fmla="*/ 30727 w 124047"/>
                <a:gd name="connsiteY1" fmla="*/ 112288 h 120329"/>
                <a:gd name="connsiteX2" fmla="*/ 8270 w 124047"/>
                <a:gd name="connsiteY2" fmla="*/ 90437 h 120329"/>
                <a:gd name="connsiteX3" fmla="*/ 0 w 124047"/>
                <a:gd name="connsiteY3" fmla="*/ 60165 h 120329"/>
                <a:gd name="connsiteX4" fmla="*/ 8270 w 124047"/>
                <a:gd name="connsiteY4" fmla="*/ 29893 h 120329"/>
                <a:gd name="connsiteX5" fmla="*/ 30727 w 124047"/>
                <a:gd name="connsiteY5" fmla="*/ 8042 h 120329"/>
                <a:gd name="connsiteX6" fmla="*/ 62137 w 124047"/>
                <a:gd name="connsiteY6" fmla="*/ 0 h 120329"/>
                <a:gd name="connsiteX7" fmla="*/ 93396 w 124047"/>
                <a:gd name="connsiteY7" fmla="*/ 8042 h 120329"/>
                <a:gd name="connsiteX8" fmla="*/ 115853 w 124047"/>
                <a:gd name="connsiteY8" fmla="*/ 29893 h 120329"/>
                <a:gd name="connsiteX9" fmla="*/ 124047 w 124047"/>
                <a:gd name="connsiteY9" fmla="*/ 60165 h 120329"/>
                <a:gd name="connsiteX10" fmla="*/ 115853 w 124047"/>
                <a:gd name="connsiteY10" fmla="*/ 90437 h 120329"/>
                <a:gd name="connsiteX11" fmla="*/ 93396 w 124047"/>
                <a:gd name="connsiteY11" fmla="*/ 112288 h 120329"/>
                <a:gd name="connsiteX12" fmla="*/ 62137 w 124047"/>
                <a:gd name="connsiteY12" fmla="*/ 120330 h 120329"/>
                <a:gd name="connsiteX13" fmla="*/ 62137 w 124047"/>
                <a:gd name="connsiteY13" fmla="*/ 110998 h 120329"/>
                <a:gd name="connsiteX14" fmla="*/ 88616 w 124047"/>
                <a:gd name="connsiteY14" fmla="*/ 104246 h 120329"/>
                <a:gd name="connsiteX15" fmla="*/ 107432 w 124047"/>
                <a:gd name="connsiteY15" fmla="*/ 85885 h 120329"/>
                <a:gd name="connsiteX16" fmla="*/ 114260 w 124047"/>
                <a:gd name="connsiteY16" fmla="*/ 60165 h 120329"/>
                <a:gd name="connsiteX17" fmla="*/ 107432 w 124047"/>
                <a:gd name="connsiteY17" fmla="*/ 34445 h 120329"/>
                <a:gd name="connsiteX18" fmla="*/ 88616 w 124047"/>
                <a:gd name="connsiteY18" fmla="*/ 16009 h 120329"/>
                <a:gd name="connsiteX19" fmla="*/ 62213 w 124047"/>
                <a:gd name="connsiteY19" fmla="*/ 9256 h 120329"/>
                <a:gd name="connsiteX20" fmla="*/ 35659 w 124047"/>
                <a:gd name="connsiteY20" fmla="*/ 16009 h 120329"/>
                <a:gd name="connsiteX21" fmla="*/ 16843 w 124047"/>
                <a:gd name="connsiteY21" fmla="*/ 34445 h 120329"/>
                <a:gd name="connsiteX22" fmla="*/ 9939 w 124047"/>
                <a:gd name="connsiteY22" fmla="*/ 60165 h 120329"/>
                <a:gd name="connsiteX23" fmla="*/ 16843 w 124047"/>
                <a:gd name="connsiteY23" fmla="*/ 85885 h 120329"/>
                <a:gd name="connsiteX24" fmla="*/ 35659 w 124047"/>
                <a:gd name="connsiteY24" fmla="*/ 104246 h 120329"/>
                <a:gd name="connsiteX25" fmla="*/ 62213 w 124047"/>
                <a:gd name="connsiteY25" fmla="*/ 110998 h 120329"/>
                <a:gd name="connsiteX26" fmla="*/ 38390 w 124047"/>
                <a:gd name="connsiteY26" fmla="*/ 92637 h 120329"/>
                <a:gd name="connsiteX27" fmla="*/ 38390 w 124047"/>
                <a:gd name="connsiteY27" fmla="*/ 26251 h 120329"/>
                <a:gd name="connsiteX28" fmla="*/ 66007 w 124047"/>
                <a:gd name="connsiteY28" fmla="*/ 26251 h 120329"/>
                <a:gd name="connsiteX29" fmla="*/ 77918 w 124047"/>
                <a:gd name="connsiteY29" fmla="*/ 28375 h 120329"/>
                <a:gd name="connsiteX30" fmla="*/ 85657 w 124047"/>
                <a:gd name="connsiteY30" fmla="*/ 34597 h 120329"/>
                <a:gd name="connsiteX31" fmla="*/ 88388 w 124047"/>
                <a:gd name="connsiteY31" fmla="*/ 44536 h 120329"/>
                <a:gd name="connsiteX32" fmla="*/ 86643 w 124047"/>
                <a:gd name="connsiteY32" fmla="*/ 52730 h 120329"/>
                <a:gd name="connsiteX33" fmla="*/ 81029 w 124047"/>
                <a:gd name="connsiteY33" fmla="*/ 58799 h 120329"/>
                <a:gd name="connsiteX34" fmla="*/ 71014 w 124047"/>
                <a:gd name="connsiteY34" fmla="*/ 61834 h 120329"/>
                <a:gd name="connsiteX35" fmla="*/ 71318 w 124047"/>
                <a:gd name="connsiteY35" fmla="*/ 59179 h 120329"/>
                <a:gd name="connsiteX36" fmla="*/ 79739 w 124047"/>
                <a:gd name="connsiteY36" fmla="*/ 61151 h 120329"/>
                <a:gd name="connsiteX37" fmla="*/ 84671 w 124047"/>
                <a:gd name="connsiteY37" fmla="*/ 65779 h 120329"/>
                <a:gd name="connsiteX38" fmla="*/ 86643 w 124047"/>
                <a:gd name="connsiteY38" fmla="*/ 73215 h 120329"/>
                <a:gd name="connsiteX39" fmla="*/ 87402 w 124047"/>
                <a:gd name="connsiteY39" fmla="*/ 83533 h 120329"/>
                <a:gd name="connsiteX40" fmla="*/ 88388 w 124047"/>
                <a:gd name="connsiteY40" fmla="*/ 88540 h 120329"/>
                <a:gd name="connsiteX41" fmla="*/ 90437 w 124047"/>
                <a:gd name="connsiteY41" fmla="*/ 92637 h 120329"/>
                <a:gd name="connsiteX42" fmla="*/ 81408 w 124047"/>
                <a:gd name="connsiteY42" fmla="*/ 92637 h 120329"/>
                <a:gd name="connsiteX43" fmla="*/ 79663 w 124047"/>
                <a:gd name="connsiteY43" fmla="*/ 88996 h 120329"/>
                <a:gd name="connsiteX44" fmla="*/ 78905 w 124047"/>
                <a:gd name="connsiteY44" fmla="*/ 83533 h 120329"/>
                <a:gd name="connsiteX45" fmla="*/ 78298 w 124047"/>
                <a:gd name="connsiteY45" fmla="*/ 75187 h 120329"/>
                <a:gd name="connsiteX46" fmla="*/ 76856 w 124047"/>
                <a:gd name="connsiteY46" fmla="*/ 68890 h 120329"/>
                <a:gd name="connsiteX47" fmla="*/ 73366 w 124047"/>
                <a:gd name="connsiteY47" fmla="*/ 65628 h 120329"/>
                <a:gd name="connsiteX48" fmla="*/ 66993 w 124047"/>
                <a:gd name="connsiteY48" fmla="*/ 64641 h 120329"/>
                <a:gd name="connsiteX49" fmla="*/ 41577 w 124047"/>
                <a:gd name="connsiteY49" fmla="*/ 64641 h 120329"/>
                <a:gd name="connsiteX50" fmla="*/ 41577 w 124047"/>
                <a:gd name="connsiteY50" fmla="*/ 56675 h 120329"/>
                <a:gd name="connsiteX51" fmla="*/ 66690 w 124047"/>
                <a:gd name="connsiteY51" fmla="*/ 56675 h 120329"/>
                <a:gd name="connsiteX52" fmla="*/ 73518 w 124047"/>
                <a:gd name="connsiteY52" fmla="*/ 55385 h 120329"/>
                <a:gd name="connsiteX53" fmla="*/ 77843 w 124047"/>
                <a:gd name="connsiteY53" fmla="*/ 51592 h 120329"/>
                <a:gd name="connsiteX54" fmla="*/ 79360 w 124047"/>
                <a:gd name="connsiteY54" fmla="*/ 45522 h 120329"/>
                <a:gd name="connsiteX55" fmla="*/ 77843 w 124047"/>
                <a:gd name="connsiteY55" fmla="*/ 39301 h 120329"/>
                <a:gd name="connsiteX56" fmla="*/ 73290 w 124047"/>
                <a:gd name="connsiteY56" fmla="*/ 35507 h 120329"/>
                <a:gd name="connsiteX57" fmla="*/ 65931 w 124047"/>
                <a:gd name="connsiteY57" fmla="*/ 34217 h 120329"/>
                <a:gd name="connsiteX58" fmla="*/ 43018 w 124047"/>
                <a:gd name="connsiteY58" fmla="*/ 34217 h 120329"/>
                <a:gd name="connsiteX59" fmla="*/ 47115 w 124047"/>
                <a:gd name="connsiteY59" fmla="*/ 30120 h 120329"/>
                <a:gd name="connsiteX60" fmla="*/ 47115 w 124047"/>
                <a:gd name="connsiteY60" fmla="*/ 92637 h 120329"/>
                <a:gd name="connsiteX61" fmla="*/ 38390 w 124047"/>
                <a:gd name="connsiteY61" fmla="*/ 92637 h 120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24047" h="120329">
                  <a:moveTo>
                    <a:pt x="62137" y="120330"/>
                  </a:moveTo>
                  <a:cubicBezTo>
                    <a:pt x="50681" y="120330"/>
                    <a:pt x="40211" y="117675"/>
                    <a:pt x="30727" y="112288"/>
                  </a:cubicBezTo>
                  <a:cubicBezTo>
                    <a:pt x="21243" y="106901"/>
                    <a:pt x="13732" y="99693"/>
                    <a:pt x="8270" y="90437"/>
                  </a:cubicBezTo>
                  <a:cubicBezTo>
                    <a:pt x="2807" y="81257"/>
                    <a:pt x="0" y="71166"/>
                    <a:pt x="0" y="60165"/>
                  </a:cubicBezTo>
                  <a:cubicBezTo>
                    <a:pt x="0" y="49164"/>
                    <a:pt x="2731" y="39073"/>
                    <a:pt x="8270" y="29893"/>
                  </a:cubicBezTo>
                  <a:cubicBezTo>
                    <a:pt x="13732" y="20713"/>
                    <a:pt x="21243" y="13429"/>
                    <a:pt x="30727" y="8042"/>
                  </a:cubicBezTo>
                  <a:cubicBezTo>
                    <a:pt x="40211" y="2655"/>
                    <a:pt x="50681" y="0"/>
                    <a:pt x="62137" y="0"/>
                  </a:cubicBezTo>
                  <a:cubicBezTo>
                    <a:pt x="73594" y="0"/>
                    <a:pt x="83912" y="2655"/>
                    <a:pt x="93396" y="8042"/>
                  </a:cubicBezTo>
                  <a:cubicBezTo>
                    <a:pt x="102880" y="13429"/>
                    <a:pt x="110315" y="20637"/>
                    <a:pt x="115853" y="29893"/>
                  </a:cubicBezTo>
                  <a:cubicBezTo>
                    <a:pt x="121316" y="39073"/>
                    <a:pt x="124047" y="49164"/>
                    <a:pt x="124047" y="60165"/>
                  </a:cubicBezTo>
                  <a:cubicBezTo>
                    <a:pt x="124047" y="71166"/>
                    <a:pt x="121316" y="81257"/>
                    <a:pt x="115853" y="90437"/>
                  </a:cubicBezTo>
                  <a:cubicBezTo>
                    <a:pt x="110391" y="99617"/>
                    <a:pt x="102880" y="106901"/>
                    <a:pt x="93396" y="112288"/>
                  </a:cubicBezTo>
                  <a:cubicBezTo>
                    <a:pt x="83912" y="117675"/>
                    <a:pt x="73518" y="120330"/>
                    <a:pt x="62137" y="120330"/>
                  </a:cubicBezTo>
                  <a:close/>
                  <a:moveTo>
                    <a:pt x="62137" y="110998"/>
                  </a:moveTo>
                  <a:cubicBezTo>
                    <a:pt x="71849" y="110998"/>
                    <a:pt x="80650" y="108722"/>
                    <a:pt x="88616" y="104246"/>
                  </a:cubicBezTo>
                  <a:cubicBezTo>
                    <a:pt x="96582" y="99769"/>
                    <a:pt x="102804" y="93624"/>
                    <a:pt x="107432" y="85885"/>
                  </a:cubicBezTo>
                  <a:cubicBezTo>
                    <a:pt x="111984" y="78146"/>
                    <a:pt x="114260" y="69573"/>
                    <a:pt x="114260" y="60165"/>
                  </a:cubicBezTo>
                  <a:cubicBezTo>
                    <a:pt x="114260" y="50757"/>
                    <a:pt x="111984" y="42184"/>
                    <a:pt x="107432" y="34445"/>
                  </a:cubicBezTo>
                  <a:cubicBezTo>
                    <a:pt x="102880" y="26630"/>
                    <a:pt x="96582" y="20485"/>
                    <a:pt x="88616" y="16009"/>
                  </a:cubicBezTo>
                  <a:cubicBezTo>
                    <a:pt x="80650" y="11456"/>
                    <a:pt x="71849" y="9256"/>
                    <a:pt x="62213" y="9256"/>
                  </a:cubicBezTo>
                  <a:cubicBezTo>
                    <a:pt x="52578" y="9256"/>
                    <a:pt x="43625" y="11532"/>
                    <a:pt x="35659" y="16009"/>
                  </a:cubicBezTo>
                  <a:cubicBezTo>
                    <a:pt x="27692" y="20561"/>
                    <a:pt x="21395" y="26706"/>
                    <a:pt x="16843" y="34445"/>
                  </a:cubicBezTo>
                  <a:cubicBezTo>
                    <a:pt x="12291" y="42184"/>
                    <a:pt x="9939" y="50833"/>
                    <a:pt x="9939" y="60165"/>
                  </a:cubicBezTo>
                  <a:cubicBezTo>
                    <a:pt x="9939" y="69497"/>
                    <a:pt x="12215" y="78146"/>
                    <a:pt x="16843" y="85885"/>
                  </a:cubicBezTo>
                  <a:cubicBezTo>
                    <a:pt x="21395" y="93624"/>
                    <a:pt x="27692" y="99769"/>
                    <a:pt x="35659" y="104246"/>
                  </a:cubicBezTo>
                  <a:cubicBezTo>
                    <a:pt x="43625" y="108722"/>
                    <a:pt x="52502" y="110998"/>
                    <a:pt x="62213" y="110998"/>
                  </a:cubicBezTo>
                  <a:close/>
                  <a:moveTo>
                    <a:pt x="38390" y="92637"/>
                  </a:moveTo>
                  <a:lnTo>
                    <a:pt x="38390" y="26251"/>
                  </a:lnTo>
                  <a:lnTo>
                    <a:pt x="66007" y="26251"/>
                  </a:lnTo>
                  <a:cubicBezTo>
                    <a:pt x="70559" y="26251"/>
                    <a:pt x="74504" y="26934"/>
                    <a:pt x="77918" y="28375"/>
                  </a:cubicBezTo>
                  <a:cubicBezTo>
                    <a:pt x="81333" y="29817"/>
                    <a:pt x="83836" y="31866"/>
                    <a:pt x="85657" y="34597"/>
                  </a:cubicBezTo>
                  <a:cubicBezTo>
                    <a:pt x="87478" y="37328"/>
                    <a:pt x="88388" y="40666"/>
                    <a:pt x="88388" y="44536"/>
                  </a:cubicBezTo>
                  <a:cubicBezTo>
                    <a:pt x="88388" y="47571"/>
                    <a:pt x="87781" y="50302"/>
                    <a:pt x="86643" y="52730"/>
                  </a:cubicBezTo>
                  <a:cubicBezTo>
                    <a:pt x="85505" y="55158"/>
                    <a:pt x="83609" y="57130"/>
                    <a:pt x="81029" y="58799"/>
                  </a:cubicBezTo>
                  <a:cubicBezTo>
                    <a:pt x="78449" y="60468"/>
                    <a:pt x="75111" y="61455"/>
                    <a:pt x="71014" y="61834"/>
                  </a:cubicBezTo>
                  <a:lnTo>
                    <a:pt x="71318" y="59179"/>
                  </a:lnTo>
                  <a:cubicBezTo>
                    <a:pt x="74732" y="59406"/>
                    <a:pt x="77539" y="60013"/>
                    <a:pt x="79739" y="61151"/>
                  </a:cubicBezTo>
                  <a:cubicBezTo>
                    <a:pt x="81939" y="62289"/>
                    <a:pt x="83609" y="63807"/>
                    <a:pt x="84671" y="65779"/>
                  </a:cubicBezTo>
                  <a:cubicBezTo>
                    <a:pt x="85733" y="67752"/>
                    <a:pt x="86416" y="70256"/>
                    <a:pt x="86643" y="73215"/>
                  </a:cubicBezTo>
                  <a:lnTo>
                    <a:pt x="87402" y="83533"/>
                  </a:lnTo>
                  <a:cubicBezTo>
                    <a:pt x="87554" y="85506"/>
                    <a:pt x="87857" y="87175"/>
                    <a:pt x="88388" y="88540"/>
                  </a:cubicBezTo>
                  <a:cubicBezTo>
                    <a:pt x="88919" y="89906"/>
                    <a:pt x="89526" y="91272"/>
                    <a:pt x="90437" y="92637"/>
                  </a:cubicBezTo>
                  <a:lnTo>
                    <a:pt x="81408" y="92637"/>
                  </a:lnTo>
                  <a:cubicBezTo>
                    <a:pt x="80574" y="91651"/>
                    <a:pt x="80043" y="90437"/>
                    <a:pt x="79663" y="88996"/>
                  </a:cubicBezTo>
                  <a:cubicBezTo>
                    <a:pt x="79284" y="87554"/>
                    <a:pt x="79056" y="85733"/>
                    <a:pt x="78905" y="83533"/>
                  </a:cubicBezTo>
                  <a:lnTo>
                    <a:pt x="78298" y="75187"/>
                  </a:lnTo>
                  <a:cubicBezTo>
                    <a:pt x="78070" y="72532"/>
                    <a:pt x="77615" y="70407"/>
                    <a:pt x="76856" y="68890"/>
                  </a:cubicBezTo>
                  <a:cubicBezTo>
                    <a:pt x="76097" y="67373"/>
                    <a:pt x="74959" y="66235"/>
                    <a:pt x="73366" y="65628"/>
                  </a:cubicBezTo>
                  <a:cubicBezTo>
                    <a:pt x="71773" y="65021"/>
                    <a:pt x="69648" y="64641"/>
                    <a:pt x="66993" y="64641"/>
                  </a:cubicBezTo>
                  <a:lnTo>
                    <a:pt x="41577" y="64641"/>
                  </a:lnTo>
                  <a:lnTo>
                    <a:pt x="41577" y="56675"/>
                  </a:lnTo>
                  <a:lnTo>
                    <a:pt x="66690" y="56675"/>
                  </a:lnTo>
                  <a:cubicBezTo>
                    <a:pt x="69345" y="56675"/>
                    <a:pt x="71621" y="56220"/>
                    <a:pt x="73518" y="55385"/>
                  </a:cubicBezTo>
                  <a:cubicBezTo>
                    <a:pt x="75415" y="54551"/>
                    <a:pt x="76856" y="53261"/>
                    <a:pt x="77843" y="51592"/>
                  </a:cubicBezTo>
                  <a:cubicBezTo>
                    <a:pt x="78829" y="49923"/>
                    <a:pt x="79360" y="47950"/>
                    <a:pt x="79360" y="45522"/>
                  </a:cubicBezTo>
                  <a:cubicBezTo>
                    <a:pt x="79360" y="43094"/>
                    <a:pt x="78829" y="41046"/>
                    <a:pt x="77843" y="39301"/>
                  </a:cubicBezTo>
                  <a:cubicBezTo>
                    <a:pt x="76780" y="37632"/>
                    <a:pt x="75263" y="36342"/>
                    <a:pt x="73290" y="35507"/>
                  </a:cubicBezTo>
                  <a:cubicBezTo>
                    <a:pt x="71318" y="34673"/>
                    <a:pt x="68814" y="34217"/>
                    <a:pt x="65931" y="34217"/>
                  </a:cubicBezTo>
                  <a:lnTo>
                    <a:pt x="43018" y="34217"/>
                  </a:lnTo>
                  <a:lnTo>
                    <a:pt x="47115" y="30120"/>
                  </a:lnTo>
                  <a:lnTo>
                    <a:pt x="47115" y="92637"/>
                  </a:lnTo>
                  <a:lnTo>
                    <a:pt x="38390" y="92637"/>
                  </a:lnTo>
                  <a:close/>
                </a:path>
              </a:pathLst>
            </a:custGeom>
            <a:solidFill>
              <a:schemeClr val="bg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AB2F03-AED7-29AC-C3E5-94438E69AFA5}"/>
                </a:ext>
              </a:extLst>
            </p:cNvPr>
            <p:cNvSpPr/>
            <p:nvPr userDrawn="1"/>
          </p:nvSpPr>
          <p:spPr>
            <a:xfrm>
              <a:off x="7239022" y="2989880"/>
              <a:ext cx="379728" cy="874402"/>
            </a:xfrm>
            <a:custGeom>
              <a:avLst/>
              <a:gdLst>
                <a:gd name="connsiteX0" fmla="*/ 379729 w 379728"/>
                <a:gd name="connsiteY0" fmla="*/ 0 h 874402"/>
                <a:gd name="connsiteX1" fmla="*/ 198552 w 379728"/>
                <a:gd name="connsiteY1" fmla="*/ 874403 h 874402"/>
                <a:gd name="connsiteX2" fmla="*/ 0 w 379728"/>
                <a:gd name="connsiteY2" fmla="*/ 874403 h 874402"/>
                <a:gd name="connsiteX3" fmla="*/ 180722 w 379728"/>
                <a:gd name="connsiteY3" fmla="*/ 0 h 874402"/>
                <a:gd name="connsiteX4" fmla="*/ 379653 w 379728"/>
                <a:gd name="connsiteY4" fmla="*/ 0 h 87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8" h="874402">
                  <a:moveTo>
                    <a:pt x="379729" y="0"/>
                  </a:moveTo>
                  <a:cubicBezTo>
                    <a:pt x="372976" y="32017"/>
                    <a:pt x="203331" y="853159"/>
                    <a:pt x="198552" y="874403"/>
                  </a:cubicBezTo>
                  <a:lnTo>
                    <a:pt x="0" y="874403"/>
                  </a:lnTo>
                  <a:cubicBezTo>
                    <a:pt x="6449" y="842234"/>
                    <a:pt x="176473" y="21244"/>
                    <a:pt x="180722" y="0"/>
                  </a:cubicBezTo>
                  <a:lnTo>
                    <a:pt x="379653" y="0"/>
                  </a:lnTo>
                </a:path>
              </a:pathLst>
            </a:custGeom>
            <a:solidFill>
              <a:schemeClr val="bg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4724732-896A-46B4-B9C0-0567167B5893}"/>
                </a:ext>
              </a:extLst>
            </p:cNvPr>
            <p:cNvSpPr/>
            <p:nvPr userDrawn="1"/>
          </p:nvSpPr>
          <p:spPr>
            <a:xfrm>
              <a:off x="6920293" y="2989880"/>
              <a:ext cx="379728" cy="874402"/>
            </a:xfrm>
            <a:custGeom>
              <a:avLst/>
              <a:gdLst>
                <a:gd name="connsiteX0" fmla="*/ 379729 w 379728"/>
                <a:gd name="connsiteY0" fmla="*/ 0 h 874402"/>
                <a:gd name="connsiteX1" fmla="*/ 198627 w 379728"/>
                <a:gd name="connsiteY1" fmla="*/ 874403 h 874402"/>
                <a:gd name="connsiteX2" fmla="*/ 0 w 379728"/>
                <a:gd name="connsiteY2" fmla="*/ 874403 h 874402"/>
                <a:gd name="connsiteX3" fmla="*/ 180722 w 379728"/>
                <a:gd name="connsiteY3" fmla="*/ 0 h 874402"/>
                <a:gd name="connsiteX4" fmla="*/ 379653 w 379728"/>
                <a:gd name="connsiteY4" fmla="*/ 0 h 87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28" h="874402">
                  <a:moveTo>
                    <a:pt x="379729" y="0"/>
                  </a:moveTo>
                  <a:cubicBezTo>
                    <a:pt x="372900" y="32017"/>
                    <a:pt x="203255" y="853159"/>
                    <a:pt x="198627" y="874403"/>
                  </a:cubicBezTo>
                  <a:lnTo>
                    <a:pt x="0" y="874403"/>
                  </a:lnTo>
                  <a:cubicBezTo>
                    <a:pt x="6373" y="842234"/>
                    <a:pt x="176473" y="21244"/>
                    <a:pt x="180722" y="0"/>
                  </a:cubicBezTo>
                  <a:lnTo>
                    <a:pt x="379653" y="0"/>
                  </a:lnTo>
                </a:path>
              </a:pathLst>
            </a:custGeom>
            <a:solidFill>
              <a:schemeClr val="bg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79F7DFD-EBEA-62B9-E39F-BED57109F603}"/>
                </a:ext>
              </a:extLst>
            </p:cNvPr>
            <p:cNvSpPr/>
            <p:nvPr userDrawn="1"/>
          </p:nvSpPr>
          <p:spPr>
            <a:xfrm>
              <a:off x="6600501" y="3208613"/>
              <a:ext cx="334434" cy="655669"/>
            </a:xfrm>
            <a:custGeom>
              <a:avLst/>
              <a:gdLst>
                <a:gd name="connsiteX0" fmla="*/ 334434 w 334434"/>
                <a:gd name="connsiteY0" fmla="*/ 0 h 655669"/>
                <a:gd name="connsiteX1" fmla="*/ 198627 w 334434"/>
                <a:gd name="connsiteY1" fmla="*/ 655669 h 655669"/>
                <a:gd name="connsiteX2" fmla="*/ 0 w 334434"/>
                <a:gd name="connsiteY2" fmla="*/ 655669 h 655669"/>
                <a:gd name="connsiteX3" fmla="*/ 135504 w 334434"/>
                <a:gd name="connsiteY3" fmla="*/ 0 h 655669"/>
                <a:gd name="connsiteX4" fmla="*/ 334434 w 334434"/>
                <a:gd name="connsiteY4" fmla="*/ 0 h 65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434" h="655669">
                  <a:moveTo>
                    <a:pt x="334434" y="0"/>
                  </a:moveTo>
                  <a:cubicBezTo>
                    <a:pt x="327758" y="31562"/>
                    <a:pt x="203255" y="634805"/>
                    <a:pt x="198627" y="655669"/>
                  </a:cubicBezTo>
                  <a:lnTo>
                    <a:pt x="0" y="655669"/>
                  </a:lnTo>
                  <a:cubicBezTo>
                    <a:pt x="6449" y="624032"/>
                    <a:pt x="131255" y="20940"/>
                    <a:pt x="135504" y="0"/>
                  </a:cubicBezTo>
                  <a:lnTo>
                    <a:pt x="334434" y="0"/>
                  </a:lnTo>
                </a:path>
              </a:pathLst>
            </a:custGeom>
            <a:solidFill>
              <a:schemeClr val="bg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7B31431-693F-7B62-9273-68A8A7F5D010}"/>
                </a:ext>
              </a:extLst>
            </p:cNvPr>
            <p:cNvSpPr/>
            <p:nvPr userDrawn="1"/>
          </p:nvSpPr>
          <p:spPr>
            <a:xfrm>
              <a:off x="5985866" y="3190784"/>
              <a:ext cx="654542" cy="908392"/>
            </a:xfrm>
            <a:custGeom>
              <a:avLst/>
              <a:gdLst>
                <a:gd name="connsiteX0" fmla="*/ 240369 w 654542"/>
                <a:gd name="connsiteY0" fmla="*/ 336939 h 908392"/>
                <a:gd name="connsiteX1" fmla="*/ 240748 w 654542"/>
                <a:gd name="connsiteY1" fmla="*/ 495659 h 908392"/>
                <a:gd name="connsiteX2" fmla="*/ 285284 w 654542"/>
                <a:gd name="connsiteY2" fmla="*/ 513565 h 908392"/>
                <a:gd name="connsiteX3" fmla="*/ 396889 w 654542"/>
                <a:gd name="connsiteY3" fmla="*/ 342857 h 908392"/>
                <a:gd name="connsiteX4" fmla="*/ 399772 w 654542"/>
                <a:gd name="connsiteY4" fmla="*/ 158720 h 908392"/>
                <a:gd name="connsiteX5" fmla="*/ 357360 w 654542"/>
                <a:gd name="connsiteY5" fmla="*/ 141422 h 908392"/>
                <a:gd name="connsiteX6" fmla="*/ 240445 w 654542"/>
                <a:gd name="connsiteY6" fmla="*/ 337015 h 908392"/>
                <a:gd name="connsiteX7" fmla="*/ 58130 w 654542"/>
                <a:gd name="connsiteY7" fmla="*/ 614700 h 908392"/>
                <a:gd name="connsiteX8" fmla="*/ 37797 w 654542"/>
                <a:gd name="connsiteY8" fmla="*/ 351430 h 908392"/>
                <a:gd name="connsiteX9" fmla="*/ 310093 w 654542"/>
                <a:gd name="connsiteY9" fmla="*/ 0 h 908392"/>
                <a:gd name="connsiteX10" fmla="*/ 436341 w 654542"/>
                <a:gd name="connsiteY10" fmla="*/ 99845 h 908392"/>
                <a:gd name="connsiteX11" fmla="*/ 437403 w 654542"/>
                <a:gd name="connsiteY11" fmla="*/ 112667 h 908392"/>
                <a:gd name="connsiteX12" fmla="*/ 451363 w 654542"/>
                <a:gd name="connsiteY12" fmla="*/ 112667 h 908392"/>
                <a:gd name="connsiteX13" fmla="*/ 470937 w 654542"/>
                <a:gd name="connsiteY13" fmla="*/ 17905 h 908392"/>
                <a:gd name="connsiteX14" fmla="*/ 654543 w 654542"/>
                <a:gd name="connsiteY14" fmla="*/ 17905 h 908392"/>
                <a:gd name="connsiteX15" fmla="*/ 518053 w 654542"/>
                <a:gd name="connsiteY15" fmla="*/ 673575 h 908392"/>
                <a:gd name="connsiteX16" fmla="*/ 200689 w 654542"/>
                <a:gd name="connsiteY16" fmla="*/ 908393 h 908392"/>
                <a:gd name="connsiteX17" fmla="*/ 317 w 654542"/>
                <a:gd name="connsiteY17" fmla="*/ 776379 h 908392"/>
                <a:gd name="connsiteX18" fmla="*/ 2821 w 654542"/>
                <a:gd name="connsiteY18" fmla="*/ 729491 h 908392"/>
                <a:gd name="connsiteX19" fmla="*/ 181798 w 654542"/>
                <a:gd name="connsiteY19" fmla="*/ 729491 h 908392"/>
                <a:gd name="connsiteX20" fmla="*/ 181798 w 654542"/>
                <a:gd name="connsiteY20" fmla="*/ 729643 h 908392"/>
                <a:gd name="connsiteX21" fmla="*/ 188247 w 654542"/>
                <a:gd name="connsiteY21" fmla="*/ 775696 h 908392"/>
                <a:gd name="connsiteX22" fmla="*/ 230278 w 654542"/>
                <a:gd name="connsiteY22" fmla="*/ 795574 h 908392"/>
                <a:gd name="connsiteX23" fmla="*/ 321626 w 654542"/>
                <a:gd name="connsiteY23" fmla="*/ 699598 h 908392"/>
                <a:gd name="connsiteX24" fmla="*/ 351898 w 654542"/>
                <a:gd name="connsiteY24" fmla="*/ 552562 h 908392"/>
                <a:gd name="connsiteX25" fmla="*/ 337255 w 654542"/>
                <a:gd name="connsiteY25" fmla="*/ 552562 h 908392"/>
                <a:gd name="connsiteX26" fmla="*/ 333006 w 654542"/>
                <a:gd name="connsiteY26" fmla="*/ 559466 h 908392"/>
                <a:gd name="connsiteX27" fmla="*/ 156533 w 654542"/>
                <a:gd name="connsiteY27" fmla="*/ 654911 h 908392"/>
                <a:gd name="connsiteX28" fmla="*/ 58130 w 654542"/>
                <a:gd name="connsiteY28" fmla="*/ 614775 h 908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4542" h="908392">
                  <a:moveTo>
                    <a:pt x="240369" y="336939"/>
                  </a:moveTo>
                  <a:cubicBezTo>
                    <a:pt x="220415" y="434281"/>
                    <a:pt x="221098" y="471457"/>
                    <a:pt x="240748" y="495659"/>
                  </a:cubicBezTo>
                  <a:cubicBezTo>
                    <a:pt x="250687" y="507799"/>
                    <a:pt x="265330" y="513565"/>
                    <a:pt x="285284" y="513565"/>
                  </a:cubicBezTo>
                  <a:cubicBezTo>
                    <a:pt x="341352" y="513565"/>
                    <a:pt x="368361" y="479651"/>
                    <a:pt x="396889" y="342857"/>
                  </a:cubicBezTo>
                  <a:cubicBezTo>
                    <a:pt x="417222" y="244833"/>
                    <a:pt x="419422" y="182695"/>
                    <a:pt x="399772" y="158720"/>
                  </a:cubicBezTo>
                  <a:cubicBezTo>
                    <a:pt x="390516" y="147112"/>
                    <a:pt x="376328" y="141422"/>
                    <a:pt x="357360" y="141422"/>
                  </a:cubicBezTo>
                  <a:cubicBezTo>
                    <a:pt x="299623" y="141422"/>
                    <a:pt x="268593" y="200221"/>
                    <a:pt x="240445" y="337015"/>
                  </a:cubicBezTo>
                  <a:moveTo>
                    <a:pt x="58130" y="614700"/>
                  </a:moveTo>
                  <a:cubicBezTo>
                    <a:pt x="18146" y="565612"/>
                    <a:pt x="10332" y="488679"/>
                    <a:pt x="37797" y="351430"/>
                  </a:cubicBezTo>
                  <a:cubicBezTo>
                    <a:pt x="98037" y="52730"/>
                    <a:pt x="211387" y="0"/>
                    <a:pt x="310093" y="0"/>
                  </a:cubicBezTo>
                  <a:cubicBezTo>
                    <a:pt x="357133" y="0"/>
                    <a:pt x="427768" y="17374"/>
                    <a:pt x="436341" y="99845"/>
                  </a:cubicBezTo>
                  <a:lnTo>
                    <a:pt x="437403" y="112667"/>
                  </a:lnTo>
                  <a:lnTo>
                    <a:pt x="451363" y="112667"/>
                  </a:lnTo>
                  <a:cubicBezTo>
                    <a:pt x="451363" y="112667"/>
                    <a:pt x="467372" y="35052"/>
                    <a:pt x="470937" y="17905"/>
                  </a:cubicBezTo>
                  <a:lnTo>
                    <a:pt x="654543" y="17905"/>
                  </a:lnTo>
                  <a:cubicBezTo>
                    <a:pt x="647790" y="50150"/>
                    <a:pt x="518053" y="673575"/>
                    <a:pt x="518053" y="673575"/>
                  </a:cubicBezTo>
                  <a:cubicBezTo>
                    <a:pt x="485581" y="830322"/>
                    <a:pt x="385053" y="908393"/>
                    <a:pt x="200689" y="908393"/>
                  </a:cubicBezTo>
                  <a:cubicBezTo>
                    <a:pt x="29527" y="908393"/>
                    <a:pt x="4262" y="807561"/>
                    <a:pt x="317" y="776379"/>
                  </a:cubicBezTo>
                  <a:cubicBezTo>
                    <a:pt x="-1125" y="764543"/>
                    <a:pt x="2821" y="729491"/>
                    <a:pt x="2821" y="729491"/>
                  </a:cubicBezTo>
                  <a:lnTo>
                    <a:pt x="181798" y="729491"/>
                  </a:lnTo>
                  <a:lnTo>
                    <a:pt x="181798" y="729643"/>
                  </a:lnTo>
                  <a:cubicBezTo>
                    <a:pt x="181798" y="745651"/>
                    <a:pt x="182860" y="769095"/>
                    <a:pt x="188247" y="775696"/>
                  </a:cubicBezTo>
                  <a:cubicBezTo>
                    <a:pt x="195682" y="784800"/>
                    <a:pt x="201751" y="795574"/>
                    <a:pt x="230278" y="795574"/>
                  </a:cubicBezTo>
                  <a:cubicBezTo>
                    <a:pt x="267758" y="795574"/>
                    <a:pt x="303796" y="784573"/>
                    <a:pt x="321626" y="699598"/>
                  </a:cubicBezTo>
                  <a:lnTo>
                    <a:pt x="351898" y="552562"/>
                  </a:lnTo>
                  <a:lnTo>
                    <a:pt x="337255" y="552562"/>
                  </a:lnTo>
                  <a:lnTo>
                    <a:pt x="333006" y="559466"/>
                  </a:lnTo>
                  <a:cubicBezTo>
                    <a:pt x="296589" y="622894"/>
                    <a:pt x="228533" y="654911"/>
                    <a:pt x="156533" y="654911"/>
                  </a:cubicBezTo>
                  <a:cubicBezTo>
                    <a:pt x="112301" y="654911"/>
                    <a:pt x="79904" y="641785"/>
                    <a:pt x="58130" y="614775"/>
                  </a:cubicBezTo>
                  <a:close/>
                </a:path>
              </a:pathLst>
            </a:custGeom>
            <a:solidFill>
              <a:schemeClr val="bg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B815883-D3F0-E8D5-DA51-DBA5FB54DCCB}"/>
                </a:ext>
              </a:extLst>
            </p:cNvPr>
            <p:cNvSpPr/>
            <p:nvPr userDrawn="1"/>
          </p:nvSpPr>
          <p:spPr>
            <a:xfrm>
              <a:off x="5542799" y="3190708"/>
              <a:ext cx="522667" cy="673574"/>
            </a:xfrm>
            <a:custGeom>
              <a:avLst/>
              <a:gdLst>
                <a:gd name="connsiteX0" fmla="*/ 503472 w 522667"/>
                <a:gd name="connsiteY0" fmla="*/ 0 h 673574"/>
                <a:gd name="connsiteX1" fmla="*/ 323054 w 522667"/>
                <a:gd name="connsiteY1" fmla="*/ 118964 h 673574"/>
                <a:gd name="connsiteX2" fmla="*/ 319185 w 522667"/>
                <a:gd name="connsiteY2" fmla="*/ 126475 h 673574"/>
                <a:gd name="connsiteX3" fmla="*/ 304542 w 522667"/>
                <a:gd name="connsiteY3" fmla="*/ 126475 h 673574"/>
                <a:gd name="connsiteX4" fmla="*/ 326999 w 522667"/>
                <a:gd name="connsiteY4" fmla="*/ 17905 h 673574"/>
                <a:gd name="connsiteX5" fmla="*/ 309853 w 522667"/>
                <a:gd name="connsiteY5" fmla="*/ 17905 h 673574"/>
                <a:gd name="connsiteX6" fmla="*/ 309853 w 522667"/>
                <a:gd name="connsiteY6" fmla="*/ 17754 h 673574"/>
                <a:gd name="connsiteX7" fmla="*/ 120861 w 522667"/>
                <a:gd name="connsiteY7" fmla="*/ 17754 h 673574"/>
                <a:gd name="connsiteX8" fmla="*/ 122985 w 522667"/>
                <a:gd name="connsiteY8" fmla="*/ 43929 h 673574"/>
                <a:gd name="connsiteX9" fmla="*/ 114791 w 522667"/>
                <a:gd name="connsiteY9" fmla="*/ 118433 h 673574"/>
                <a:gd name="connsiteX10" fmla="*/ 0 w 522667"/>
                <a:gd name="connsiteY10" fmla="*/ 673575 h 673574"/>
                <a:gd name="connsiteX11" fmla="*/ 198931 w 522667"/>
                <a:gd name="connsiteY11" fmla="*/ 673575 h 673574"/>
                <a:gd name="connsiteX12" fmla="*/ 273435 w 522667"/>
                <a:gd name="connsiteY12" fmla="*/ 311826 h 673574"/>
                <a:gd name="connsiteX13" fmla="*/ 439893 w 522667"/>
                <a:gd name="connsiteY13" fmla="*/ 179433 h 673574"/>
                <a:gd name="connsiteX14" fmla="*/ 484808 w 522667"/>
                <a:gd name="connsiteY14" fmla="*/ 182316 h 673574"/>
                <a:gd name="connsiteX15" fmla="*/ 522667 w 522667"/>
                <a:gd name="connsiteY15" fmla="*/ 0 h 673574"/>
                <a:gd name="connsiteX16" fmla="*/ 503397 w 522667"/>
                <a:gd name="connsiteY16" fmla="*/ 0 h 673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22667" h="673574">
                  <a:moveTo>
                    <a:pt x="503472" y="0"/>
                  </a:moveTo>
                  <a:cubicBezTo>
                    <a:pt x="438224" y="0"/>
                    <a:pt x="360837" y="45750"/>
                    <a:pt x="323054" y="118964"/>
                  </a:cubicBezTo>
                  <a:lnTo>
                    <a:pt x="319185" y="126475"/>
                  </a:lnTo>
                  <a:lnTo>
                    <a:pt x="304542" y="126475"/>
                  </a:lnTo>
                  <a:cubicBezTo>
                    <a:pt x="304542" y="126475"/>
                    <a:pt x="321992" y="41956"/>
                    <a:pt x="326999" y="17905"/>
                  </a:cubicBezTo>
                  <a:lnTo>
                    <a:pt x="309853" y="17905"/>
                  </a:lnTo>
                  <a:lnTo>
                    <a:pt x="309853" y="17754"/>
                  </a:lnTo>
                  <a:lnTo>
                    <a:pt x="120861" y="17754"/>
                  </a:lnTo>
                  <a:cubicBezTo>
                    <a:pt x="121923" y="26023"/>
                    <a:pt x="122985" y="34673"/>
                    <a:pt x="122985" y="43929"/>
                  </a:cubicBezTo>
                  <a:cubicBezTo>
                    <a:pt x="122985" y="65021"/>
                    <a:pt x="120102" y="89223"/>
                    <a:pt x="114791" y="118433"/>
                  </a:cubicBezTo>
                  <a:cubicBezTo>
                    <a:pt x="78070" y="296500"/>
                    <a:pt x="4931" y="649524"/>
                    <a:pt x="0" y="673575"/>
                  </a:cubicBezTo>
                  <a:lnTo>
                    <a:pt x="198931" y="673575"/>
                  </a:lnTo>
                  <a:cubicBezTo>
                    <a:pt x="211373" y="612044"/>
                    <a:pt x="273435" y="311826"/>
                    <a:pt x="273435" y="311826"/>
                  </a:cubicBezTo>
                  <a:cubicBezTo>
                    <a:pt x="292327" y="221465"/>
                    <a:pt x="345056" y="179433"/>
                    <a:pt x="439893" y="179433"/>
                  </a:cubicBezTo>
                  <a:cubicBezTo>
                    <a:pt x="456281" y="179433"/>
                    <a:pt x="470924" y="180343"/>
                    <a:pt x="484808" y="182316"/>
                  </a:cubicBezTo>
                  <a:cubicBezTo>
                    <a:pt x="489512" y="161072"/>
                    <a:pt x="517281" y="26858"/>
                    <a:pt x="522667" y="0"/>
                  </a:cubicBezTo>
                  <a:lnTo>
                    <a:pt x="503397" y="0"/>
                  </a:lnTo>
                </a:path>
              </a:pathLst>
            </a:custGeom>
            <a:solidFill>
              <a:schemeClr val="bg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8CD67B8-EA53-184B-7EBB-3D0DB85D0D67}"/>
                </a:ext>
              </a:extLst>
            </p:cNvPr>
            <p:cNvSpPr/>
            <p:nvPr userDrawn="1"/>
          </p:nvSpPr>
          <p:spPr>
            <a:xfrm>
              <a:off x="4953743" y="3190632"/>
              <a:ext cx="607265" cy="691404"/>
            </a:xfrm>
            <a:custGeom>
              <a:avLst/>
              <a:gdLst>
                <a:gd name="connsiteX0" fmla="*/ 386636 w 607265"/>
                <a:gd name="connsiteY0" fmla="*/ 343767 h 691404"/>
                <a:gd name="connsiteX1" fmla="*/ 375635 w 607265"/>
                <a:gd name="connsiteY1" fmla="*/ 350065 h 691404"/>
                <a:gd name="connsiteX2" fmla="*/ 320705 w 607265"/>
                <a:gd name="connsiteY2" fmla="*/ 363190 h 691404"/>
                <a:gd name="connsiteX3" fmla="*/ 278294 w 607265"/>
                <a:gd name="connsiteY3" fmla="*/ 376543 h 691404"/>
                <a:gd name="connsiteX4" fmla="*/ 204851 w 607265"/>
                <a:gd name="connsiteY4" fmla="*/ 475023 h 691404"/>
                <a:gd name="connsiteX5" fmla="*/ 215928 w 607265"/>
                <a:gd name="connsiteY5" fmla="*/ 547479 h 691404"/>
                <a:gd name="connsiteX6" fmla="*/ 259098 w 607265"/>
                <a:gd name="connsiteY6" fmla="*/ 566522 h 691404"/>
                <a:gd name="connsiteX7" fmla="*/ 366758 w 607265"/>
                <a:gd name="connsiteY7" fmla="*/ 442930 h 691404"/>
                <a:gd name="connsiteX8" fmla="*/ 387091 w 607265"/>
                <a:gd name="connsiteY8" fmla="*/ 343767 h 691404"/>
                <a:gd name="connsiteX9" fmla="*/ 386712 w 607265"/>
                <a:gd name="connsiteY9" fmla="*/ 343767 h 691404"/>
                <a:gd name="connsiteX10" fmla="*/ 388760 w 607265"/>
                <a:gd name="connsiteY10" fmla="*/ 76 h 691404"/>
                <a:gd name="connsiteX11" fmla="*/ 581621 w 607265"/>
                <a:gd name="connsiteY11" fmla="*/ 55765 h 691404"/>
                <a:gd name="connsiteX12" fmla="*/ 607265 w 607265"/>
                <a:gd name="connsiteY12" fmla="*/ 138387 h 691404"/>
                <a:gd name="connsiteX13" fmla="*/ 599754 w 607265"/>
                <a:gd name="connsiteY13" fmla="*/ 203180 h 691404"/>
                <a:gd name="connsiteX14" fmla="*/ 530637 w 607265"/>
                <a:gd name="connsiteY14" fmla="*/ 536933 h 691404"/>
                <a:gd name="connsiteX15" fmla="*/ 515690 w 607265"/>
                <a:gd name="connsiteY15" fmla="*/ 647703 h 691404"/>
                <a:gd name="connsiteX16" fmla="*/ 517815 w 607265"/>
                <a:gd name="connsiteY16" fmla="*/ 673651 h 691404"/>
                <a:gd name="connsiteX17" fmla="*/ 328823 w 607265"/>
                <a:gd name="connsiteY17" fmla="*/ 673651 h 691404"/>
                <a:gd name="connsiteX18" fmla="*/ 328444 w 607265"/>
                <a:gd name="connsiteY18" fmla="*/ 667657 h 691404"/>
                <a:gd name="connsiteX19" fmla="*/ 330568 w 607265"/>
                <a:gd name="connsiteY19" fmla="*/ 623956 h 691404"/>
                <a:gd name="connsiteX20" fmla="*/ 332692 w 607265"/>
                <a:gd name="connsiteY20" fmla="*/ 596643 h 691404"/>
                <a:gd name="connsiteX21" fmla="*/ 321995 w 607265"/>
                <a:gd name="connsiteY21" fmla="*/ 596643 h 691404"/>
                <a:gd name="connsiteX22" fmla="*/ 318049 w 607265"/>
                <a:gd name="connsiteY22" fmla="*/ 603016 h 691404"/>
                <a:gd name="connsiteX23" fmla="*/ 140817 w 607265"/>
                <a:gd name="connsiteY23" fmla="*/ 691404 h 691404"/>
                <a:gd name="connsiteX24" fmla="*/ 24281 w 607265"/>
                <a:gd name="connsiteY24" fmla="*/ 649600 h 691404"/>
                <a:gd name="connsiteX25" fmla="*/ 6831 w 607265"/>
                <a:gd name="connsiteY25" fmla="*/ 507419 h 691404"/>
                <a:gd name="connsiteX26" fmla="*/ 231406 w 607265"/>
                <a:gd name="connsiteY26" fmla="*/ 298245 h 691404"/>
                <a:gd name="connsiteX27" fmla="*/ 325485 w 607265"/>
                <a:gd name="connsiteY27" fmla="*/ 276698 h 691404"/>
                <a:gd name="connsiteX28" fmla="*/ 418577 w 607265"/>
                <a:gd name="connsiteY28" fmla="*/ 191344 h 691404"/>
                <a:gd name="connsiteX29" fmla="*/ 409700 w 607265"/>
                <a:gd name="connsiteY29" fmla="*/ 130421 h 691404"/>
                <a:gd name="connsiteX30" fmla="*/ 359778 w 607265"/>
                <a:gd name="connsiteY30" fmla="*/ 111226 h 691404"/>
                <a:gd name="connsiteX31" fmla="*/ 265623 w 607265"/>
                <a:gd name="connsiteY31" fmla="*/ 202118 h 691404"/>
                <a:gd name="connsiteX32" fmla="*/ 97040 w 607265"/>
                <a:gd name="connsiteY32" fmla="*/ 202118 h 691404"/>
                <a:gd name="connsiteX33" fmla="*/ 388684 w 607265"/>
                <a:gd name="connsiteY33" fmla="*/ 0 h 691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7265" h="691404">
                  <a:moveTo>
                    <a:pt x="386636" y="343767"/>
                  </a:moveTo>
                  <a:cubicBezTo>
                    <a:pt x="386636" y="343767"/>
                    <a:pt x="382766" y="347182"/>
                    <a:pt x="375635" y="350065"/>
                  </a:cubicBezTo>
                  <a:cubicBezTo>
                    <a:pt x="363495" y="354769"/>
                    <a:pt x="337093" y="359017"/>
                    <a:pt x="320705" y="363190"/>
                  </a:cubicBezTo>
                  <a:cubicBezTo>
                    <a:pt x="307883" y="366377"/>
                    <a:pt x="293619" y="369943"/>
                    <a:pt x="278294" y="376543"/>
                  </a:cubicBezTo>
                  <a:cubicBezTo>
                    <a:pt x="236944" y="393918"/>
                    <a:pt x="215853" y="422521"/>
                    <a:pt x="204851" y="475023"/>
                  </a:cubicBezTo>
                  <a:cubicBezTo>
                    <a:pt x="198478" y="505674"/>
                    <a:pt x="202424" y="530863"/>
                    <a:pt x="215928" y="547479"/>
                  </a:cubicBezTo>
                  <a:cubicBezTo>
                    <a:pt x="225943" y="559997"/>
                    <a:pt x="240890" y="566522"/>
                    <a:pt x="259098" y="566522"/>
                  </a:cubicBezTo>
                  <a:cubicBezTo>
                    <a:pt x="332540" y="566522"/>
                    <a:pt x="355681" y="496039"/>
                    <a:pt x="366758" y="442930"/>
                  </a:cubicBezTo>
                  <a:lnTo>
                    <a:pt x="387091" y="343767"/>
                  </a:lnTo>
                  <a:lnTo>
                    <a:pt x="386712" y="343767"/>
                  </a:lnTo>
                  <a:moveTo>
                    <a:pt x="388760" y="76"/>
                  </a:moveTo>
                  <a:cubicBezTo>
                    <a:pt x="489667" y="76"/>
                    <a:pt x="550970" y="17754"/>
                    <a:pt x="581621" y="55765"/>
                  </a:cubicBezTo>
                  <a:cubicBezTo>
                    <a:pt x="598388" y="76325"/>
                    <a:pt x="606962" y="103866"/>
                    <a:pt x="607265" y="138387"/>
                  </a:cubicBezTo>
                  <a:cubicBezTo>
                    <a:pt x="607265" y="157810"/>
                    <a:pt x="604762" y="179205"/>
                    <a:pt x="599754" y="203180"/>
                  </a:cubicBezTo>
                  <a:lnTo>
                    <a:pt x="530637" y="536933"/>
                  </a:lnTo>
                  <a:cubicBezTo>
                    <a:pt x="521381" y="583138"/>
                    <a:pt x="515311" y="618341"/>
                    <a:pt x="515690" y="647703"/>
                  </a:cubicBezTo>
                  <a:cubicBezTo>
                    <a:pt x="515690" y="657035"/>
                    <a:pt x="516373" y="665608"/>
                    <a:pt x="517815" y="673651"/>
                  </a:cubicBezTo>
                  <a:lnTo>
                    <a:pt x="328823" y="673651"/>
                  </a:lnTo>
                  <a:cubicBezTo>
                    <a:pt x="328823" y="671678"/>
                    <a:pt x="328444" y="669630"/>
                    <a:pt x="328444" y="667657"/>
                  </a:cubicBezTo>
                  <a:cubicBezTo>
                    <a:pt x="328444" y="653697"/>
                    <a:pt x="329506" y="639130"/>
                    <a:pt x="330568" y="623956"/>
                  </a:cubicBezTo>
                  <a:lnTo>
                    <a:pt x="332692" y="596643"/>
                  </a:lnTo>
                  <a:lnTo>
                    <a:pt x="321995" y="596643"/>
                  </a:lnTo>
                  <a:lnTo>
                    <a:pt x="318049" y="603016"/>
                  </a:lnTo>
                  <a:cubicBezTo>
                    <a:pt x="283832" y="657718"/>
                    <a:pt x="206824" y="691404"/>
                    <a:pt x="140817" y="691404"/>
                  </a:cubicBezTo>
                  <a:cubicBezTo>
                    <a:pt x="86267" y="691404"/>
                    <a:pt x="47042" y="677444"/>
                    <a:pt x="24281" y="649600"/>
                  </a:cubicBezTo>
                  <a:cubicBezTo>
                    <a:pt x="-377" y="619100"/>
                    <a:pt x="-6370" y="571150"/>
                    <a:pt x="6831" y="507419"/>
                  </a:cubicBezTo>
                  <a:cubicBezTo>
                    <a:pt x="32475" y="382841"/>
                    <a:pt x="89226" y="330187"/>
                    <a:pt x="231406" y="298245"/>
                  </a:cubicBezTo>
                  <a:lnTo>
                    <a:pt x="325485" y="276698"/>
                  </a:lnTo>
                  <a:cubicBezTo>
                    <a:pt x="381477" y="264407"/>
                    <a:pt x="408562" y="239750"/>
                    <a:pt x="418577" y="191344"/>
                  </a:cubicBezTo>
                  <a:cubicBezTo>
                    <a:pt x="423964" y="164866"/>
                    <a:pt x="421081" y="144457"/>
                    <a:pt x="409700" y="130421"/>
                  </a:cubicBezTo>
                  <a:cubicBezTo>
                    <a:pt x="399382" y="117599"/>
                    <a:pt x="382235" y="111226"/>
                    <a:pt x="359778" y="111226"/>
                  </a:cubicBezTo>
                  <a:cubicBezTo>
                    <a:pt x="309173" y="111226"/>
                    <a:pt x="282390" y="137173"/>
                    <a:pt x="265623" y="202118"/>
                  </a:cubicBezTo>
                  <a:lnTo>
                    <a:pt x="97040" y="202118"/>
                  </a:lnTo>
                  <a:cubicBezTo>
                    <a:pt x="142335" y="26858"/>
                    <a:pt x="298096" y="0"/>
                    <a:pt x="388684" y="0"/>
                  </a:cubicBezTo>
                  <a:close/>
                </a:path>
              </a:pathLst>
            </a:custGeom>
            <a:solidFill>
              <a:schemeClr val="bg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029979C-0A15-26DB-79E4-6C6A8E29F3B8}"/>
                </a:ext>
              </a:extLst>
            </p:cNvPr>
            <p:cNvSpPr/>
            <p:nvPr userDrawn="1"/>
          </p:nvSpPr>
          <p:spPr>
            <a:xfrm>
              <a:off x="4341119" y="2985783"/>
              <a:ext cx="665508" cy="909075"/>
            </a:xfrm>
            <a:custGeom>
              <a:avLst/>
              <a:gdLst>
                <a:gd name="connsiteX0" fmla="*/ 38975 w 665508"/>
                <a:gd name="connsiteY0" fmla="*/ 844434 h 909075"/>
                <a:gd name="connsiteX1" fmla="*/ 31539 w 665508"/>
                <a:gd name="connsiteY1" fmla="*/ 457345 h 909075"/>
                <a:gd name="connsiteX2" fmla="*/ 436912 w 665508"/>
                <a:gd name="connsiteY2" fmla="*/ 0 h 909075"/>
                <a:gd name="connsiteX3" fmla="*/ 630532 w 665508"/>
                <a:gd name="connsiteY3" fmla="*/ 65779 h 909075"/>
                <a:gd name="connsiteX4" fmla="*/ 665508 w 665508"/>
                <a:gd name="connsiteY4" fmla="*/ 180950 h 909075"/>
                <a:gd name="connsiteX5" fmla="*/ 655873 w 665508"/>
                <a:gd name="connsiteY5" fmla="*/ 268504 h 909075"/>
                <a:gd name="connsiteX6" fmla="*/ 646237 w 665508"/>
                <a:gd name="connsiteY6" fmla="*/ 314254 h 909075"/>
                <a:gd name="connsiteX7" fmla="*/ 450569 w 665508"/>
                <a:gd name="connsiteY7" fmla="*/ 314254 h 909075"/>
                <a:gd name="connsiteX8" fmla="*/ 464832 w 665508"/>
                <a:gd name="connsiteY8" fmla="*/ 200449 h 909075"/>
                <a:gd name="connsiteX9" fmla="*/ 455197 w 665508"/>
                <a:gd name="connsiteY9" fmla="*/ 153106 h 909075"/>
                <a:gd name="connsiteX10" fmla="*/ 411040 w 665508"/>
                <a:gd name="connsiteY10" fmla="*/ 131179 h 909075"/>
                <a:gd name="connsiteX11" fmla="*/ 246630 w 665508"/>
                <a:gd name="connsiteY11" fmla="*/ 451731 h 909075"/>
                <a:gd name="connsiteX12" fmla="*/ 224173 w 665508"/>
                <a:gd name="connsiteY12" fmla="*/ 757639 h 909075"/>
                <a:gd name="connsiteX13" fmla="*/ 275840 w 665508"/>
                <a:gd name="connsiteY13" fmla="*/ 777896 h 909075"/>
                <a:gd name="connsiteX14" fmla="*/ 405274 w 665508"/>
                <a:gd name="connsiteY14" fmla="*/ 556962 h 909075"/>
                <a:gd name="connsiteX15" fmla="*/ 602384 w 665508"/>
                <a:gd name="connsiteY15" fmla="*/ 556962 h 909075"/>
                <a:gd name="connsiteX16" fmla="*/ 592066 w 665508"/>
                <a:gd name="connsiteY16" fmla="*/ 607037 h 909075"/>
                <a:gd name="connsiteX17" fmla="*/ 243065 w 665508"/>
                <a:gd name="connsiteY17" fmla="*/ 909076 h 909075"/>
                <a:gd name="connsiteX18" fmla="*/ 39126 w 665508"/>
                <a:gd name="connsiteY18" fmla="*/ 844434 h 909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5508" h="909075">
                  <a:moveTo>
                    <a:pt x="38975" y="844434"/>
                  </a:moveTo>
                  <a:cubicBezTo>
                    <a:pt x="-10568" y="783435"/>
                    <a:pt x="-12693" y="671375"/>
                    <a:pt x="31539" y="457345"/>
                  </a:cubicBezTo>
                  <a:cubicBezTo>
                    <a:pt x="102478" y="115550"/>
                    <a:pt x="204447" y="0"/>
                    <a:pt x="436912" y="0"/>
                  </a:cubicBezTo>
                  <a:cubicBezTo>
                    <a:pt x="529625" y="0"/>
                    <a:pt x="594797" y="22230"/>
                    <a:pt x="630532" y="65779"/>
                  </a:cubicBezTo>
                  <a:cubicBezTo>
                    <a:pt x="653369" y="94155"/>
                    <a:pt x="665129" y="132621"/>
                    <a:pt x="665508" y="180950"/>
                  </a:cubicBezTo>
                  <a:cubicBezTo>
                    <a:pt x="665508" y="207277"/>
                    <a:pt x="662246" y="236411"/>
                    <a:pt x="655873" y="268504"/>
                  </a:cubicBezTo>
                  <a:cubicBezTo>
                    <a:pt x="655873" y="268504"/>
                    <a:pt x="649803" y="297714"/>
                    <a:pt x="646237" y="314254"/>
                  </a:cubicBezTo>
                  <a:lnTo>
                    <a:pt x="450569" y="314254"/>
                  </a:lnTo>
                  <a:cubicBezTo>
                    <a:pt x="450569" y="314254"/>
                    <a:pt x="465212" y="221010"/>
                    <a:pt x="464832" y="200449"/>
                  </a:cubicBezTo>
                  <a:cubicBezTo>
                    <a:pt x="464832" y="177157"/>
                    <a:pt x="463770" y="164714"/>
                    <a:pt x="455197" y="153106"/>
                  </a:cubicBezTo>
                  <a:cubicBezTo>
                    <a:pt x="445941" y="140891"/>
                    <a:pt x="432436" y="131179"/>
                    <a:pt x="411040" y="131179"/>
                  </a:cubicBezTo>
                  <a:cubicBezTo>
                    <a:pt x="324397" y="131179"/>
                    <a:pt x="295870" y="213574"/>
                    <a:pt x="246630" y="451731"/>
                  </a:cubicBezTo>
                  <a:cubicBezTo>
                    <a:pt x="208544" y="636550"/>
                    <a:pt x="194584" y="721449"/>
                    <a:pt x="224173" y="757639"/>
                  </a:cubicBezTo>
                  <a:cubicBezTo>
                    <a:pt x="235553" y="771371"/>
                    <a:pt x="252321" y="777896"/>
                    <a:pt x="275840" y="777896"/>
                  </a:cubicBezTo>
                  <a:cubicBezTo>
                    <a:pt x="343972" y="777896"/>
                    <a:pt x="371057" y="719552"/>
                    <a:pt x="405274" y="556962"/>
                  </a:cubicBezTo>
                  <a:lnTo>
                    <a:pt x="602384" y="556962"/>
                  </a:lnTo>
                  <a:cubicBezTo>
                    <a:pt x="598439" y="575854"/>
                    <a:pt x="592066" y="607037"/>
                    <a:pt x="592066" y="607037"/>
                  </a:cubicBezTo>
                  <a:cubicBezTo>
                    <a:pt x="550717" y="807410"/>
                    <a:pt x="433119" y="909076"/>
                    <a:pt x="243065" y="909076"/>
                  </a:cubicBezTo>
                  <a:cubicBezTo>
                    <a:pt x="139957" y="909076"/>
                    <a:pt x="75089" y="888363"/>
                    <a:pt x="39126" y="844434"/>
                  </a:cubicBezTo>
                </a:path>
              </a:pathLst>
            </a:custGeom>
            <a:solidFill>
              <a:schemeClr val="bg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AA83C87-8181-54A2-C08A-4D4D97BA628E}"/>
                </a:ext>
              </a:extLst>
            </p:cNvPr>
            <p:cNvSpPr/>
            <p:nvPr userDrawn="1"/>
          </p:nvSpPr>
          <p:spPr>
            <a:xfrm>
              <a:off x="5474744" y="2569059"/>
              <a:ext cx="1477368" cy="580830"/>
            </a:xfrm>
            <a:custGeom>
              <a:avLst/>
              <a:gdLst>
                <a:gd name="connsiteX0" fmla="*/ 1476959 w 1477368"/>
                <a:gd name="connsiteY0" fmla="*/ 562243 h 580830"/>
                <a:gd name="connsiteX1" fmla="*/ 1253370 w 1477368"/>
                <a:gd name="connsiteY1" fmla="*/ 559815 h 580830"/>
                <a:gd name="connsiteX2" fmla="*/ 759988 w 1477368"/>
                <a:gd name="connsiteY2" fmla="*/ 336984 h 580830"/>
                <a:gd name="connsiteX3" fmla="*/ 398089 w 1477368"/>
                <a:gd name="connsiteY3" fmla="*/ 253224 h 580830"/>
                <a:gd name="connsiteX4" fmla="*/ 54247 w 1477368"/>
                <a:gd name="connsiteY4" fmla="*/ 580831 h 580830"/>
                <a:gd name="connsiteX5" fmla="*/ 0 w 1477368"/>
                <a:gd name="connsiteY5" fmla="*/ 561181 h 580830"/>
                <a:gd name="connsiteX6" fmla="*/ 652633 w 1477368"/>
                <a:gd name="connsiteY6" fmla="*/ 15447 h 580830"/>
                <a:gd name="connsiteX7" fmla="*/ 1476959 w 1477368"/>
                <a:gd name="connsiteY7" fmla="*/ 562243 h 58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7368" h="580830">
                  <a:moveTo>
                    <a:pt x="1476959" y="562243"/>
                  </a:moveTo>
                  <a:cubicBezTo>
                    <a:pt x="1476959" y="562243"/>
                    <a:pt x="1345021" y="572485"/>
                    <a:pt x="1253370" y="559815"/>
                  </a:cubicBezTo>
                  <a:cubicBezTo>
                    <a:pt x="1042680" y="530833"/>
                    <a:pt x="846632" y="385390"/>
                    <a:pt x="759988" y="336984"/>
                  </a:cubicBezTo>
                  <a:cubicBezTo>
                    <a:pt x="571679" y="231980"/>
                    <a:pt x="495430" y="225683"/>
                    <a:pt x="398089" y="253224"/>
                  </a:cubicBezTo>
                  <a:cubicBezTo>
                    <a:pt x="238307" y="296697"/>
                    <a:pt x="144380" y="427953"/>
                    <a:pt x="54247" y="580831"/>
                  </a:cubicBezTo>
                  <a:cubicBezTo>
                    <a:pt x="37025" y="572409"/>
                    <a:pt x="18740" y="565885"/>
                    <a:pt x="0" y="561181"/>
                  </a:cubicBezTo>
                  <a:cubicBezTo>
                    <a:pt x="51592" y="451624"/>
                    <a:pt x="247715" y="99283"/>
                    <a:pt x="652633" y="15447"/>
                  </a:cubicBezTo>
                  <a:cubicBezTo>
                    <a:pt x="1058081" y="-68693"/>
                    <a:pt x="1492588" y="201784"/>
                    <a:pt x="1476959" y="562243"/>
                  </a:cubicBezTo>
                  <a:close/>
                </a:path>
              </a:pathLst>
            </a:custGeom>
            <a:solidFill>
              <a:schemeClr val="accent1"/>
            </a:solidFill>
            <a:ln w="75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5538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27343B-49F2-1C51-17EC-E2FEF597FF8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8275" y="6642100"/>
            <a:ext cx="12207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Internal</a:t>
            </a:r>
          </a:p>
        </p:txBody>
      </p:sp>
    </p:spTree>
    <p:extLst>
      <p:ext uri="{BB962C8B-B14F-4D97-AF65-F5344CB8AC3E}">
        <p14:creationId xmlns:p14="http://schemas.microsoft.com/office/powerpoint/2010/main" val="150291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cap="none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–"/>
        <a:defRPr sz="11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36">
          <p15:clr>
            <a:srgbClr val="F26B43"/>
          </p15:clr>
        </p15:guide>
        <p15:guide id="4" pos="7344">
          <p15:clr>
            <a:srgbClr val="F26B43"/>
          </p15:clr>
        </p15:guide>
        <p15:guide id="5" orient="horz" pos="806">
          <p15:clr>
            <a:srgbClr val="F26B43"/>
          </p15:clr>
        </p15:guide>
        <p15:guide id="6" orient="horz" pos="3960">
          <p15:clr>
            <a:srgbClr val="F26B43"/>
          </p15:clr>
        </p15:guide>
        <p15:guide id="7" orient="horz" pos="164">
          <p15:clr>
            <a:srgbClr val="F26B43"/>
          </p15:clr>
        </p15:guide>
        <p15:guide id="8" orient="horz" pos="3744">
          <p15:clr>
            <a:srgbClr val="F26B43"/>
          </p15:clr>
        </p15:guide>
        <p15:guide id="9" orient="horz" pos="576">
          <p15:clr>
            <a:srgbClr val="F26B43"/>
          </p15:clr>
        </p15:guide>
        <p15:guide id="10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A81DC4-B076-32B7-6DE9-5755963C29A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8275" y="6642100"/>
            <a:ext cx="12207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Internal</a:t>
            </a:r>
          </a:p>
        </p:txBody>
      </p:sp>
    </p:spTree>
    <p:extLst>
      <p:ext uri="{BB962C8B-B14F-4D97-AF65-F5344CB8AC3E}">
        <p14:creationId xmlns:p14="http://schemas.microsoft.com/office/powerpoint/2010/main" val="251069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878" r:id="rId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cap="none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–"/>
        <a:defRPr sz="11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36">
          <p15:clr>
            <a:srgbClr val="F26B43"/>
          </p15:clr>
        </p15:guide>
        <p15:guide id="4" pos="5808" userDrawn="1">
          <p15:clr>
            <a:srgbClr val="F26B43"/>
          </p15:clr>
        </p15:guide>
        <p15:guide id="5" orient="horz" pos="3288" userDrawn="1">
          <p15:clr>
            <a:srgbClr val="F26B43"/>
          </p15:clr>
        </p15:guide>
        <p15:guide id="6" orient="horz" pos="4224" userDrawn="1">
          <p15:clr>
            <a:srgbClr val="F26B43"/>
          </p15:clr>
        </p15:guide>
        <p15:guide id="8" orient="horz" pos="3840" userDrawn="1">
          <p15:clr>
            <a:srgbClr val="F26B43"/>
          </p15:clr>
        </p15:guide>
        <p15:guide id="9" orient="horz" pos="26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639E80-8344-323A-FF7C-02EDA61FC32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8275" y="6642100"/>
            <a:ext cx="12207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Internal</a:t>
            </a:r>
          </a:p>
        </p:txBody>
      </p:sp>
    </p:spTree>
    <p:extLst>
      <p:ext uri="{BB962C8B-B14F-4D97-AF65-F5344CB8AC3E}">
        <p14:creationId xmlns:p14="http://schemas.microsoft.com/office/powerpoint/2010/main" val="348499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cap="none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–"/>
        <a:defRPr sz="11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36">
          <p15:clr>
            <a:srgbClr val="F26B43"/>
          </p15:clr>
        </p15:guide>
        <p15:guide id="4" pos="7344">
          <p15:clr>
            <a:srgbClr val="F26B43"/>
          </p15:clr>
        </p15:guide>
        <p15:guide id="5" orient="horz" pos="2568" userDrawn="1">
          <p15:clr>
            <a:srgbClr val="F26B43"/>
          </p15:clr>
        </p15:guide>
        <p15:guide id="6" orient="horz" pos="3960">
          <p15:clr>
            <a:srgbClr val="F26B43"/>
          </p15:clr>
        </p15:guide>
        <p15:guide id="7" orient="horz" pos="2976" userDrawn="1">
          <p15:clr>
            <a:srgbClr val="F26B43"/>
          </p15:clr>
        </p15:guide>
        <p15:guide id="8" orient="horz" pos="3696" userDrawn="1">
          <p15:clr>
            <a:srgbClr val="F26B43"/>
          </p15:clr>
        </p15:guide>
        <p15:guide id="9" orient="horz" pos="2928" userDrawn="1">
          <p15:clr>
            <a:srgbClr val="F26B43"/>
          </p15:clr>
        </p15:guide>
        <p15:guide id="10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987410-C5AE-6204-7F00-3EF2E79FDF7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8275" y="6642100"/>
            <a:ext cx="12207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Internal</a:t>
            </a:r>
          </a:p>
        </p:txBody>
      </p:sp>
    </p:spTree>
    <p:extLst>
      <p:ext uri="{BB962C8B-B14F-4D97-AF65-F5344CB8AC3E}">
        <p14:creationId xmlns:p14="http://schemas.microsoft.com/office/powerpoint/2010/main" val="56870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838" r:id="rId2"/>
    <p:sldLayoutId id="2147483818" r:id="rId3"/>
    <p:sldLayoutId id="2147483873" r:id="rId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cap="none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–"/>
        <a:defRPr sz="11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36">
          <p15:clr>
            <a:srgbClr val="F26B43"/>
          </p15:clr>
        </p15:guide>
        <p15:guide id="4" pos="7344">
          <p15:clr>
            <a:srgbClr val="F26B43"/>
          </p15:clr>
        </p15:guide>
        <p15:guide id="5" orient="horz" pos="762" userDrawn="1">
          <p15:clr>
            <a:srgbClr val="F26B43"/>
          </p15:clr>
        </p15:guide>
        <p15:guide id="6" orient="horz" pos="3960">
          <p15:clr>
            <a:srgbClr val="F26B43"/>
          </p15:clr>
        </p15:guide>
        <p15:guide id="7" orient="horz" pos="164">
          <p15:clr>
            <a:srgbClr val="F26B43"/>
          </p15:clr>
        </p15:guide>
        <p15:guide id="8" orient="horz" pos="3744">
          <p15:clr>
            <a:srgbClr val="F26B43"/>
          </p15:clr>
        </p15:guide>
        <p15:guide id="9" orient="horz" pos="541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7BB9D5-F4C0-072C-2AE7-114ECF1C3F44}"/>
              </a:ext>
            </a:extLst>
          </p:cNvPr>
          <p:cNvSpPr txBox="1"/>
          <p:nvPr/>
        </p:nvSpPr>
        <p:spPr>
          <a:xfrm>
            <a:off x="11222858" y="6286500"/>
            <a:ext cx="435742" cy="5715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996B5273-46EB-4870-A6B0-6E7F43CBD6D0}" type="slidenum">
              <a:rPr lang="en-US" sz="1000" smtClean="0">
                <a:solidFill>
                  <a:schemeClr val="accent2"/>
                </a:solidFill>
              </a:rPr>
              <a:pPr algn="r"/>
              <a:t>‹#›</a:t>
            </a:fld>
            <a:endParaRPr lang="en-US" sz="1400">
              <a:solidFill>
                <a:schemeClr val="accent2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2BF404B-BE6C-2654-1B9D-B6F17692D20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3400" y="6446043"/>
            <a:ext cx="604471" cy="28264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E43F0E-36F9-A889-3B00-F009DE06ED22}"/>
              </a:ext>
            </a:extLst>
          </p:cNvPr>
          <p:cNvCxnSpPr>
            <a:cxnSpLocks/>
          </p:cNvCxnSpPr>
          <p:nvPr/>
        </p:nvCxnSpPr>
        <p:spPr>
          <a:xfrm>
            <a:off x="533400" y="6286500"/>
            <a:ext cx="11125200" cy="0"/>
          </a:xfrm>
          <a:prstGeom prst="line">
            <a:avLst/>
          </a:prstGeom>
          <a:ln w="15875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5DEBA01-0A45-07C1-77D8-2FD1C942872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8275" y="6642100"/>
            <a:ext cx="12207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Internal</a:t>
            </a:r>
          </a:p>
        </p:txBody>
      </p:sp>
    </p:spTree>
    <p:extLst>
      <p:ext uri="{BB962C8B-B14F-4D97-AF65-F5344CB8AC3E}">
        <p14:creationId xmlns:p14="http://schemas.microsoft.com/office/powerpoint/2010/main" val="217692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865" r:id="rId2"/>
    <p:sldLayoutId id="2147483876" r:id="rId3"/>
    <p:sldLayoutId id="2147483877" r:id="rId4"/>
    <p:sldLayoutId id="2147483650" r:id="rId5"/>
    <p:sldLayoutId id="2147483652" r:id="rId6"/>
    <p:sldLayoutId id="2147483847" r:id="rId7"/>
    <p:sldLayoutId id="2147483814" r:id="rId8"/>
    <p:sldLayoutId id="2147483826" r:id="rId9"/>
    <p:sldLayoutId id="2147483840" r:id="rId10"/>
    <p:sldLayoutId id="2147483657" r:id="rId11"/>
    <p:sldLayoutId id="2147483864" r:id="rId12"/>
    <p:sldLayoutId id="2147483654" r:id="rId13"/>
    <p:sldLayoutId id="2147483824" r:id="rId1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cap="none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–"/>
        <a:defRPr sz="11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36" userDrawn="1">
          <p15:clr>
            <a:srgbClr val="F26B43"/>
          </p15:clr>
        </p15:guide>
        <p15:guide id="4" pos="7344" userDrawn="1">
          <p15:clr>
            <a:srgbClr val="F26B43"/>
          </p15:clr>
        </p15:guide>
        <p15:guide id="5" orient="horz" pos="768" userDrawn="1">
          <p15:clr>
            <a:srgbClr val="F26B43"/>
          </p15:clr>
        </p15:guide>
        <p15:guide id="6" orient="horz" pos="3960" userDrawn="1">
          <p15:clr>
            <a:srgbClr val="F26B43"/>
          </p15:clr>
        </p15:guide>
        <p15:guide id="7" orient="horz" pos="164" userDrawn="1">
          <p15:clr>
            <a:srgbClr val="F26B43"/>
          </p15:clr>
        </p15:guide>
        <p15:guide id="8" orient="horz" pos="3744" userDrawn="1">
          <p15:clr>
            <a:srgbClr val="F26B43"/>
          </p15:clr>
        </p15:guide>
        <p15:guide id="9" orient="horz" pos="541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349983-ACEF-7BFB-385B-BF9EE31AA23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8275" y="6642100"/>
            <a:ext cx="12207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Internal</a:t>
            </a:r>
          </a:p>
        </p:txBody>
      </p:sp>
    </p:spTree>
    <p:extLst>
      <p:ext uri="{BB962C8B-B14F-4D97-AF65-F5344CB8AC3E}">
        <p14:creationId xmlns:p14="http://schemas.microsoft.com/office/powerpoint/2010/main" val="181965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769" r:id="rId2"/>
    <p:sldLayoutId id="2147483770" r:id="rId3"/>
    <p:sldLayoutId id="2147483771" r:id="rId4"/>
    <p:sldLayoutId id="2147483828" r:id="rId5"/>
    <p:sldLayoutId id="2147483772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cap="none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6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–"/>
        <a:defRPr sz="11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" pos="3840" userDrawn="1">
          <p15:clr>
            <a:srgbClr val="F26B43"/>
          </p15:clr>
        </p15:guide>
        <p15:guide id="11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CAB3A-57D4-A924-2B8A-5693DE4D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E1977B-FF4B-8E6B-612B-84586AB40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246811"/>
            <a:ext cx="10439400" cy="1106409"/>
          </a:xfrm>
        </p:spPr>
        <p:txBody>
          <a:bodyPr lIns="0" tIns="45720" rIns="0" bIns="45720" anchor="b"/>
          <a:lstStyle/>
          <a:p>
            <a:r>
              <a:rPr lang="en-IN"/>
              <a:t>DT&amp;D Bangalore Hackathon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028B9E-8C52-3C04-C202-ACCC224EEC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/>
              <a:t>Innovate. Build. Impact.</a:t>
            </a: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E2F111-4625-8115-D011-2F265B5D7C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lIns="0" tIns="45720" rIns="0" bIns="45720"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85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5D300-469A-145E-5773-29A96B9FA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A50D29-4F62-32C6-C205-711EAEF5C4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400" y="4095306"/>
            <a:ext cx="11125200" cy="550346"/>
          </a:xfrm>
        </p:spPr>
        <p:txBody>
          <a:bodyPr/>
          <a:lstStyle/>
          <a:p>
            <a:endParaRPr lang="en-IN" sz="20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815319-4524-C882-6851-9C60A1735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735591"/>
            <a:ext cx="11658600" cy="1106409"/>
          </a:xfrm>
        </p:spPr>
        <p:txBody>
          <a:bodyPr/>
          <a:lstStyle/>
          <a:p>
            <a:r>
              <a:rPr lang="en-US"/>
              <a:t>&lt;&lt; Idea Title&gt;&gt;&gt;</a:t>
            </a:r>
          </a:p>
        </p:txBody>
      </p:sp>
    </p:spTree>
    <p:extLst>
      <p:ext uri="{BB962C8B-B14F-4D97-AF65-F5344CB8AC3E}">
        <p14:creationId xmlns:p14="http://schemas.microsoft.com/office/powerpoint/2010/main" val="1469260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8A530-9FA2-9F58-4D5C-65E011EF7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76C3-8F30-81C1-862E-36F2DA247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68070"/>
            <a:ext cx="11125200" cy="646331"/>
          </a:xfrm>
        </p:spPr>
        <p:txBody>
          <a:bodyPr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5AD27424-DAB1-124D-2FF3-6059BD2E1A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pPr>
              <a:lnSpc>
                <a:spcPct val="77000"/>
              </a:lnSpc>
              <a:spcBef>
                <a:spcPct val="0"/>
              </a:spcBef>
            </a:pPr>
            <a:endParaRPr lang="en-US" sz="1400" b="1" i="0">
              <a:solidFill>
                <a:srgbClr val="FFFFFF"/>
              </a:solidFill>
              <a:latin typeface="Berlin Sans FB"/>
              <a:cs typeface="Arial"/>
            </a:endParaRPr>
          </a:p>
          <a:p>
            <a:pPr>
              <a:lnSpc>
                <a:spcPct val="77000"/>
              </a:lnSpc>
              <a:spcBef>
                <a:spcPct val="0"/>
              </a:spcBef>
            </a:pPr>
            <a:endParaRPr lang="en-US" sz="1400" b="1" i="0">
              <a:solidFill>
                <a:srgbClr val="FFFFFF"/>
              </a:solidFill>
              <a:latin typeface="Berlin Sans FB"/>
              <a:cs typeface="Arial"/>
            </a:endParaRPr>
          </a:p>
          <a:p>
            <a:pPr>
              <a:lnSpc>
                <a:spcPct val="77000"/>
              </a:lnSpc>
              <a:spcBef>
                <a:spcPct val="0"/>
              </a:spcBef>
            </a:pPr>
            <a:endParaRPr lang="en-US" sz="1400" b="1" i="0">
              <a:solidFill>
                <a:srgbClr val="FFFFFF"/>
              </a:solidFill>
              <a:latin typeface="Berlin Sans FB"/>
              <a:cs typeface="Arial"/>
            </a:endParaRPr>
          </a:p>
          <a:p>
            <a:pPr>
              <a:lnSpc>
                <a:spcPct val="77000"/>
              </a:lnSpc>
              <a:spcBef>
                <a:spcPct val="0"/>
              </a:spcBef>
            </a:pPr>
            <a:endParaRPr lang="en-US" sz="1400" b="1" i="0">
              <a:solidFill>
                <a:srgbClr val="FFFFFF"/>
              </a:solidFill>
              <a:latin typeface="Berlin Sans FB"/>
              <a:cs typeface="Arial"/>
            </a:endParaRPr>
          </a:p>
          <a:p>
            <a:pPr>
              <a:lnSpc>
                <a:spcPct val="77000"/>
              </a:lnSpc>
              <a:spcBef>
                <a:spcPct val="0"/>
              </a:spcBef>
            </a:pPr>
            <a:r>
              <a:rPr lang="en-US" sz="1400" b="1" i="0">
                <a:solidFill>
                  <a:srgbClr val="FFFFFF"/>
                </a:solidFill>
                <a:latin typeface="Berlin Sans FB"/>
                <a:cs typeface="Arial"/>
              </a:rPr>
              <a:t>AI‑Powered Edge for Poultry Farms</a:t>
            </a:r>
            <a:endParaRPr lang="en-US" sz="1400" i="0">
              <a:solidFill>
                <a:srgbClr val="FFFFFF"/>
              </a:solidFill>
              <a:latin typeface="Berlin Sans FB"/>
              <a:cs typeface="Arial"/>
            </a:endParaRPr>
          </a:p>
          <a:p>
            <a:pPr>
              <a:lnSpc>
                <a:spcPct val="77000"/>
              </a:lnSpc>
              <a:spcBef>
                <a:spcPct val="0"/>
              </a:spcBef>
            </a:pPr>
            <a:endParaRPr lang="en-US" sz="6000" i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>
              <a:lnSpc>
                <a:spcPct val="77000"/>
              </a:lnSpc>
              <a:spcBef>
                <a:spcPct val="0"/>
              </a:spcBef>
            </a:pPr>
            <a:endParaRPr lang="en-US" sz="2400" b="1" i="0">
              <a:solidFill>
                <a:srgbClr val="FFFFFF"/>
              </a:solidFill>
              <a:latin typeface="Berlin Sans FB"/>
              <a:cs typeface="Arial"/>
            </a:endParaRPr>
          </a:p>
          <a:p>
            <a:endParaRPr lang="en-US">
              <a:latin typeface="Arial"/>
              <a:cs typeface="Arial"/>
            </a:endParaRPr>
          </a:p>
        </p:txBody>
      </p:sp>
      <p:pic>
        <p:nvPicPr>
          <p:cNvPr id="15" name="Picture Placeholder 14" descr="Extreme close-up of striated leaf">
            <a:extLst>
              <a:ext uri="{FF2B5EF4-FFF2-40B4-BE49-F238E27FC236}">
                <a16:creationId xmlns:a16="http://schemas.microsoft.com/office/drawing/2014/main" id="{029B4C5C-C040-85A2-DD04-047CED4F04B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57" r="17957"/>
          <a:stretch/>
        </p:blipFill>
        <p:spPr>
          <a:xfrm>
            <a:off x="8026400" y="1331203"/>
            <a:ext cx="3632200" cy="4749800"/>
          </a:xfrm>
        </p:spPr>
      </p:pic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72600910-A780-C27F-4B41-4491A785CF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8446" y="1616003"/>
            <a:ext cx="546235" cy="469784"/>
          </a:xfrm>
        </p:spPr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030DDEF2-3997-B1F3-D44F-A333BF0BC3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8446" y="2543607"/>
            <a:ext cx="546235" cy="469784"/>
          </a:xfrm>
        </p:spPr>
        <p:txBody>
          <a:bodyPr/>
          <a:lstStyle/>
          <a:p>
            <a:r>
              <a:rPr lang="en-US"/>
              <a:t>02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6A3022E5-4A2B-08B0-E8B1-5FE189A17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8446" y="3471211"/>
            <a:ext cx="546235" cy="469784"/>
          </a:xfrm>
        </p:spPr>
        <p:txBody>
          <a:bodyPr/>
          <a:lstStyle/>
          <a:p>
            <a:r>
              <a:rPr lang="en-US"/>
              <a:t>03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A3100A0-4346-F8AB-9389-5C1050A695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8446" y="4398815"/>
            <a:ext cx="546235" cy="469784"/>
          </a:xfrm>
        </p:spPr>
        <p:txBody>
          <a:bodyPr/>
          <a:lstStyle/>
          <a:p>
            <a:r>
              <a:rPr lang="en-US"/>
              <a:t>04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C31845-1007-99C5-97F3-C99C44C5EB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8446" y="5326419"/>
            <a:ext cx="546235" cy="469784"/>
          </a:xfrm>
        </p:spPr>
        <p:txBody>
          <a:bodyPr/>
          <a:lstStyle/>
          <a:p>
            <a:r>
              <a:rPr lang="en-US"/>
              <a:t>05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F46817DB-D42F-78D6-8DBE-765767A7DA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71626" y="1604674"/>
            <a:ext cx="2363352" cy="492443"/>
          </a:xfrm>
        </p:spPr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518C4739-EED8-1D86-93A7-85F9EBAB76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71626" y="2532278"/>
            <a:ext cx="2363352" cy="492443"/>
          </a:xfrm>
        </p:spPr>
        <p:txBody>
          <a:bodyPr/>
          <a:lstStyle/>
          <a:p>
            <a:r>
              <a:rPr lang="en-US"/>
              <a:t>Idea Overview / Novelty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1BA25A75-53C1-AE55-C32B-DDC39CF9BB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571626" y="3459882"/>
            <a:ext cx="2363352" cy="492443"/>
          </a:xfrm>
        </p:spPr>
        <p:txBody>
          <a:bodyPr/>
          <a:lstStyle/>
          <a:p>
            <a:r>
              <a:rPr lang="en-US"/>
              <a:t>Solution Approach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3E472175-C1F4-C504-536F-72ABAC4B4F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71626" y="4387486"/>
            <a:ext cx="2363352" cy="492443"/>
          </a:xfrm>
        </p:spPr>
        <p:txBody>
          <a:bodyPr/>
          <a:lstStyle/>
          <a:p>
            <a:r>
              <a:rPr lang="en-US"/>
              <a:t>Demo / Prototype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AA2B059F-300E-2377-C004-E75122B3FB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571626" y="5315090"/>
            <a:ext cx="2363352" cy="492443"/>
          </a:xfrm>
        </p:spPr>
        <p:txBody>
          <a:bodyPr/>
          <a:lstStyle/>
          <a:p>
            <a:r>
              <a:rPr lang="en-US"/>
              <a:t>Business Benefits / Technical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A1CB6-FE28-44E1-AFAD-FB6EEDD20A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20022" y="1616003"/>
            <a:ext cx="546235" cy="469784"/>
          </a:xfrm>
        </p:spPr>
        <p:txBody>
          <a:bodyPr/>
          <a:lstStyle/>
          <a:p>
            <a:r>
              <a:rPr lang="en-US"/>
              <a:t>06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F56996-EDFB-1C4C-BFA5-109149525BB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20022" y="2543607"/>
            <a:ext cx="546235" cy="469784"/>
          </a:xfrm>
        </p:spPr>
        <p:txBody>
          <a:bodyPr/>
          <a:lstStyle/>
          <a:p>
            <a:r>
              <a:rPr lang="en-US"/>
              <a:t>07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2F1B91-98E8-05B1-5991-D44B516650E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20022" y="3471211"/>
            <a:ext cx="546235" cy="469784"/>
          </a:xfrm>
        </p:spPr>
        <p:txBody>
          <a:bodyPr/>
          <a:lstStyle/>
          <a:p>
            <a:r>
              <a:rPr lang="en-US"/>
              <a:t>08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9DB052-ED5A-4E4F-2CA1-C730C3E7797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973201" y="1604674"/>
            <a:ext cx="2363352" cy="492443"/>
          </a:xfrm>
        </p:spPr>
        <p:txBody>
          <a:bodyPr/>
          <a:lstStyle/>
          <a:p>
            <a:r>
              <a:rPr lang="en-US"/>
              <a:t>Future Roadmap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562C2D-5529-EA6C-4008-21E20F5E1E4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973201" y="2532278"/>
            <a:ext cx="2363352" cy="492443"/>
          </a:xfrm>
        </p:spPr>
        <p:txBody>
          <a:bodyPr/>
          <a:lstStyle/>
          <a:p>
            <a:r>
              <a:rPr lang="en-US"/>
              <a:t>Team behind the Innovation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8320D6-5C08-581A-F8E3-AD7796A5701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73201" y="3459882"/>
            <a:ext cx="2363352" cy="492443"/>
          </a:xfrm>
        </p:spPr>
        <p:txBody>
          <a:bodyPr/>
          <a:lstStyle/>
          <a:p>
            <a:r>
              <a:rPr lang="en-US"/>
              <a:t>Summary &amp; Call to Action</a:t>
            </a: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5BDE79AF-B6A9-2ED1-CF62-0710B9665D6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33400" y="967882"/>
            <a:ext cx="11125200" cy="34131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58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233D-0BBB-5DA1-A5B8-E22DE52D5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517D48-5FD9-D833-AD35-D0410A1B6F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0601" y="6209906"/>
            <a:ext cx="7811041" cy="416560"/>
          </a:xfrm>
        </p:spPr>
        <p:txBody>
          <a:bodyPr lIns="91440" tIns="45720" rIns="91440" bIns="45720" anchor="ctr"/>
          <a:lstStyle/>
          <a:p>
            <a:pPr>
              <a:lnSpc>
                <a:spcPct val="77000"/>
              </a:lnSpc>
              <a:spcBef>
                <a:spcPct val="0"/>
              </a:spcBef>
            </a:pPr>
            <a:r>
              <a:rPr lang="en-US" sz="1400" b="1" i="0">
                <a:solidFill>
                  <a:srgbClr val="FFFFFF"/>
                </a:solidFill>
                <a:latin typeface="Berlin Sans FB"/>
              </a:rPr>
              <a:t>AI‑Powered Edge for Poultry Farms</a:t>
            </a:r>
            <a:endParaRPr lang="en-US" sz="1400" i="0">
              <a:solidFill>
                <a:srgbClr val="03441F"/>
              </a:solidFill>
              <a:latin typeface="Berlin Sans FB"/>
            </a:endParaRPr>
          </a:p>
          <a:p>
            <a:pPr>
              <a:lnSpc>
                <a:spcPct val="77000"/>
              </a:lnSpc>
              <a:spcBef>
                <a:spcPct val="0"/>
              </a:spcBef>
            </a:pPr>
            <a:r>
              <a:rPr lang="en-US" sz="1400" b="1" i="0">
                <a:solidFill>
                  <a:srgbClr val="FFFFFF"/>
                </a:solidFill>
                <a:latin typeface="Berlin Sans FB"/>
                <a:cs typeface="Times New Roman"/>
              </a:rPr>
              <a:t>AI‑Powered Edge for Poultry Farms</a:t>
            </a:r>
            <a:endParaRPr lang="en-US" sz="1400" i="0">
              <a:solidFill>
                <a:srgbClr val="03441F"/>
              </a:solidFill>
              <a:latin typeface="Berlin Sans FB"/>
              <a:cs typeface="Times New Roman"/>
            </a:endParaRPr>
          </a:p>
          <a:p>
            <a:pPr>
              <a:lnSpc>
                <a:spcPct val="77000"/>
              </a:lnSpc>
              <a:spcBef>
                <a:spcPct val="0"/>
              </a:spcBef>
            </a:pPr>
            <a:endParaRPr lang="en-US" sz="6000" i="0">
              <a:solidFill>
                <a:srgbClr val="03441F"/>
              </a:solidFill>
              <a:latin typeface="Times New Roman"/>
              <a:cs typeface="Times New Roman"/>
            </a:endParaRPr>
          </a:p>
          <a:p>
            <a:pPr>
              <a:lnSpc>
                <a:spcPct val="77000"/>
              </a:lnSpc>
            </a:pPr>
            <a:r>
              <a:rPr lang="en-US" sz="1400" i="0">
                <a:solidFill>
                  <a:srgbClr val="03441F"/>
                </a:solidFill>
                <a:latin typeface="Times New Roman"/>
                <a:cs typeface="Times New Roman"/>
              </a:rPr>
              <a:t>   </a:t>
            </a:r>
          </a:p>
          <a:p>
            <a:pPr>
              <a:lnSpc>
                <a:spcPct val="77000"/>
              </a:lnSpc>
            </a:pPr>
            <a:endParaRPr lang="en-US" sz="1400" i="0">
              <a:solidFill>
                <a:srgbClr val="03441F"/>
              </a:solidFill>
              <a:latin typeface="Times New Roman"/>
              <a:cs typeface="Times New Roman"/>
            </a:endParaRPr>
          </a:p>
          <a:p>
            <a:pPr>
              <a:lnSpc>
                <a:spcPct val="77000"/>
              </a:lnSpc>
            </a:pPr>
            <a:endParaRPr lang="en-US" sz="1400" i="0">
              <a:solidFill>
                <a:srgbClr val="03441F"/>
              </a:solidFill>
              <a:latin typeface="Times New Roman"/>
              <a:cs typeface="Times New Roman"/>
            </a:endParaRPr>
          </a:p>
          <a:p>
            <a:pPr>
              <a:lnSpc>
                <a:spcPct val="77000"/>
              </a:lnSpc>
            </a:pPr>
            <a:endParaRPr lang="en-US" sz="1400" i="0">
              <a:solidFill>
                <a:srgbClr val="03441F"/>
              </a:solidFill>
              <a:latin typeface="Times New Roman"/>
              <a:cs typeface="Times New Roman"/>
            </a:endParaRPr>
          </a:p>
          <a:p>
            <a:pPr>
              <a:lnSpc>
                <a:spcPct val="77000"/>
              </a:lnSpc>
            </a:pPr>
            <a:endParaRPr lang="en-US" sz="1400" i="0">
              <a:solidFill>
                <a:srgbClr val="03441F"/>
              </a:solidFill>
              <a:latin typeface="Times New Roman"/>
              <a:cs typeface="Times New Roman"/>
            </a:endParaRPr>
          </a:p>
          <a:p>
            <a:pPr>
              <a:lnSpc>
                <a:spcPct val="77000"/>
              </a:lnSpc>
            </a:pPr>
            <a:endParaRPr lang="en-US" sz="1200" i="0">
              <a:solidFill>
                <a:srgbClr val="03441F"/>
              </a:solidFill>
              <a:latin typeface="Times New Roman"/>
              <a:cs typeface="Times New Roman"/>
            </a:endParaRPr>
          </a:p>
          <a:p>
            <a:r>
              <a:rPr lang="en-US" sz="1200">
                <a:cs typeface="Arial"/>
              </a:rPr>
              <a:t>    AI-Powered Edge for Poultry Farms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6D8EF-A764-DDEA-6EF4-708F2B127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68070"/>
            <a:ext cx="11125200" cy="646331"/>
          </a:xfrm>
        </p:spPr>
        <p:txBody>
          <a:bodyPr/>
          <a:lstStyle/>
          <a:p>
            <a:r>
              <a:rPr lang="en-IN"/>
              <a:t>Problem Statement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8DA9-CE98-3C0B-AF7D-04AF254F7A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AE9689-E917-65C3-BA9A-71E04A06941D}"/>
              </a:ext>
            </a:extLst>
          </p:cNvPr>
          <p:cNvSpPr txBox="1"/>
          <p:nvPr/>
        </p:nvSpPr>
        <p:spPr>
          <a:xfrm>
            <a:off x="812800" y="1902044"/>
            <a:ext cx="7213600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>
                <a:solidFill>
                  <a:srgbClr val="000000"/>
                </a:solidFill>
                <a:cs typeface="Arial"/>
              </a:rPr>
              <a:t>Problem Satement</a:t>
            </a:r>
          </a:p>
          <a:p>
            <a:r>
              <a:rPr lang="en-IN">
                <a:solidFill>
                  <a:srgbClr val="000000"/>
                </a:solidFill>
                <a:cs typeface="Arial"/>
              </a:rPr>
              <a:t>• </a:t>
            </a:r>
            <a:r>
              <a:rPr lang="en-IN">
                <a:solidFill>
                  <a:schemeClr val="accent2"/>
                </a:solidFill>
                <a:cs typeface="Arial"/>
              </a:rPr>
              <a:t>What problem are you solving?</a:t>
            </a:r>
            <a:endParaRPr lang="en-US">
              <a:solidFill>
                <a:schemeClr val="accent2"/>
              </a:solidFill>
              <a:cs typeface="Arial"/>
            </a:endParaRPr>
          </a:p>
          <a:p>
            <a:r>
              <a:rPr lang="en-IN">
                <a:solidFill>
                  <a:schemeClr val="accent2"/>
                </a:solidFill>
                <a:cs typeface="Arial"/>
              </a:rPr>
              <a:t>• Why is this important (impact or opportunity)?</a:t>
            </a:r>
            <a:endParaRPr lang="en-IN"/>
          </a:p>
          <a:p>
            <a:r>
              <a:rPr lang="en-IN">
                <a:solidFill>
                  <a:schemeClr val="accent2"/>
                </a:solidFill>
                <a:cs typeface="Arial"/>
              </a:rPr>
              <a:t>• Who is affected by it?</a:t>
            </a:r>
            <a:endParaRPr lang="en-IN"/>
          </a:p>
          <a:p>
            <a:r>
              <a:rPr lang="en-IN">
                <a:solidFill>
                  <a:schemeClr val="accent2"/>
                </a:solidFill>
                <a:cs typeface="Arial"/>
              </a:rPr>
              <a:t>Tip: Use visuals to show the pain points clearly.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688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8A96D2E-BBD1-98A4-9A34-0C311C8A91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04B238-C659-EE3C-3989-A4FE7659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68070"/>
            <a:ext cx="11125200" cy="646331"/>
          </a:xfrm>
        </p:spPr>
        <p:txBody>
          <a:bodyPr/>
          <a:lstStyle/>
          <a:p>
            <a:r>
              <a:rPr lang="en-IN"/>
              <a:t>Idea Overview / Novelty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B505449-1670-4A3E-3BCA-59F7A1173B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FD464D-2FF3-DE26-22CC-4C4C123F8948}"/>
              </a:ext>
            </a:extLst>
          </p:cNvPr>
          <p:cNvSpPr txBox="1"/>
          <p:nvPr/>
        </p:nvSpPr>
        <p:spPr>
          <a:xfrm>
            <a:off x="124178" y="1560732"/>
            <a:ext cx="90198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>
                <a:solidFill>
                  <a:schemeClr val="accent2"/>
                </a:solidFill>
              </a:rPr>
              <a:t>• Your innovative solution briefly, 1-3 lines.</a:t>
            </a:r>
          </a:p>
          <a:p>
            <a:r>
              <a:rPr lang="en-IN">
                <a:solidFill>
                  <a:schemeClr val="accent2"/>
                </a:solidFill>
              </a:rPr>
              <a:t>• The 'aha' moment – what’s new or different?</a:t>
            </a:r>
          </a:p>
          <a:p>
            <a:r>
              <a:rPr lang="en-IN">
                <a:solidFill>
                  <a:schemeClr val="accent2"/>
                </a:solidFill>
              </a:rPr>
              <a:t>• How it aligns with the hackathon theme.</a:t>
            </a:r>
          </a:p>
          <a:p>
            <a:r>
              <a:rPr lang="en-IN">
                <a:solidFill>
                  <a:schemeClr val="accent2"/>
                </a:solidFill>
              </a:rPr>
              <a:t>Tip: Keep it crisp, bold, and memorable</a:t>
            </a:r>
            <a:r>
              <a:rPr lang="en-IN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58643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37930-BAF0-A248-9ACD-F3FB3DBD1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10C088-9F83-3F21-F773-620330DC4A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AABB17-666F-18C1-6279-7DF65B589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68070"/>
            <a:ext cx="11125200" cy="646331"/>
          </a:xfrm>
        </p:spPr>
        <p:txBody>
          <a:bodyPr/>
          <a:lstStyle/>
          <a:p>
            <a:r>
              <a:rPr lang="en-IN"/>
              <a:t>Solution Approach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C200B3-0FBE-79F1-3BE2-6767A882DE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986F7-C3AB-717E-BB3A-CA4292040882}"/>
              </a:ext>
            </a:extLst>
          </p:cNvPr>
          <p:cNvSpPr txBox="1"/>
          <p:nvPr/>
        </p:nvSpPr>
        <p:spPr>
          <a:xfrm>
            <a:off x="428978" y="1744892"/>
            <a:ext cx="609600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600">
                <a:solidFill>
                  <a:srgbClr val="00843D"/>
                </a:solidFill>
                <a:latin typeface="Times New Roman"/>
                <a:cs typeface="Times New Roman"/>
              </a:rPr>
              <a:t>Solution Approach</a:t>
            </a:r>
            <a:endParaRPr lang="en-US"/>
          </a:p>
          <a:p>
            <a:r>
              <a:rPr lang="en-IN"/>
              <a:t>• </a:t>
            </a:r>
            <a:r>
              <a:rPr lang="en-IN">
                <a:solidFill>
                  <a:schemeClr val="accent2"/>
                </a:solidFill>
              </a:rPr>
              <a:t>Key features or functions.</a:t>
            </a:r>
            <a:endParaRPr lang="en-IN">
              <a:solidFill>
                <a:schemeClr val="accent2"/>
              </a:solidFill>
              <a:cs typeface="Arial"/>
            </a:endParaRPr>
          </a:p>
          <a:p>
            <a:r>
              <a:rPr lang="en-IN">
                <a:solidFill>
                  <a:schemeClr val="accent2"/>
                </a:solidFill>
              </a:rPr>
              <a:t>• Architecture or process flow diagram.</a:t>
            </a:r>
            <a:endParaRPr lang="en-IN">
              <a:solidFill>
                <a:schemeClr val="accent2"/>
              </a:solidFill>
              <a:cs typeface="Arial"/>
            </a:endParaRPr>
          </a:p>
          <a:p>
            <a:r>
              <a:rPr lang="en-IN">
                <a:solidFill>
                  <a:schemeClr val="accent2"/>
                </a:solidFill>
              </a:rPr>
              <a:t>• Any AI/Data/Digital element used.</a:t>
            </a:r>
            <a:endParaRPr lang="en-IN">
              <a:solidFill>
                <a:schemeClr val="accent2"/>
              </a:solidFill>
              <a:cs typeface="Arial"/>
            </a:endParaRPr>
          </a:p>
          <a:p>
            <a:r>
              <a:rPr lang="en-IN">
                <a:solidFill>
                  <a:schemeClr val="accent2"/>
                </a:solidFill>
              </a:rPr>
              <a:t>Tip: Use icons or visuals for quick clarity.</a:t>
            </a:r>
            <a:endParaRPr lang="en-IN">
              <a:solidFill>
                <a:schemeClr val="accent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121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4CE5D-C2B5-356D-04E2-993E4CE56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9D1DCF7-FAB6-3EC9-6ADC-F1E726312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2B9A4-0B33-C72E-C969-75291F663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68070"/>
            <a:ext cx="11125200" cy="646331"/>
          </a:xfrm>
        </p:spPr>
        <p:txBody>
          <a:bodyPr/>
          <a:lstStyle/>
          <a:p>
            <a:r>
              <a:rPr lang="en-IN"/>
              <a:t>Demo / Prototype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443E0F-42F7-95D2-8210-5757F76C7E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3C4B-083F-BD30-C8AB-F42B23AB2B19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36576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54864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73152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–"/>
              <a:defRPr sz="11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  <a:p>
            <a:r>
              <a:rPr lang="en-IN" sz="3600">
                <a:solidFill>
                  <a:srgbClr val="00843D"/>
                </a:solidFill>
                <a:latin typeface="Times New Roman"/>
                <a:cs typeface="Times New Roman"/>
              </a:rPr>
              <a:t>Demo / Prototype</a:t>
            </a:r>
            <a:r>
              <a:rPr lang="en-IN"/>
              <a:t> </a:t>
            </a:r>
            <a:endParaRPr lang="en-IN">
              <a:cs typeface="Arial"/>
            </a:endParaRPr>
          </a:p>
          <a:p>
            <a:r>
              <a:rPr lang="en-IN"/>
              <a:t>Screenshots, demo video, or animated flow.</a:t>
            </a:r>
            <a:endParaRPr lang="en-IN">
              <a:cs typeface="Arial"/>
            </a:endParaRPr>
          </a:p>
          <a:p>
            <a:r>
              <a:rPr lang="en-IN"/>
              <a:t>• Highlight the user experience or innovation.</a:t>
            </a:r>
            <a:endParaRPr lang="en-IN">
              <a:cs typeface="Arial"/>
            </a:endParaRPr>
          </a:p>
          <a:p>
            <a:r>
              <a:rPr lang="en-IN"/>
              <a:t>• Include before vs. after comparison.</a:t>
            </a:r>
            <a:endParaRPr lang="en-IN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6835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77F2E-F56F-A539-E510-592EB1512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8109A1-8507-B4A1-7742-1A094D3A57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E5C32-F40E-286E-ED9C-7DFE95EA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68070"/>
            <a:ext cx="11125200" cy="646331"/>
          </a:xfrm>
        </p:spPr>
        <p:txBody>
          <a:bodyPr/>
          <a:lstStyle/>
          <a:p>
            <a:r>
              <a:rPr lang="en-IN"/>
              <a:t>Business &amp; Technical Impact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AF20D9-5016-6FC6-660C-723B62B5B6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C3387-9DCA-830F-E264-4FC7271C1440}"/>
              </a:ext>
            </a:extLst>
          </p:cNvPr>
          <p:cNvSpPr txBox="1"/>
          <p:nvPr/>
        </p:nvSpPr>
        <p:spPr>
          <a:xfrm>
            <a:off x="533400" y="1902044"/>
            <a:ext cx="6096000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600">
                <a:solidFill>
                  <a:srgbClr val="00843D"/>
                </a:solidFill>
                <a:latin typeface="Times New Roman"/>
                <a:cs typeface="Times New Roman"/>
              </a:rPr>
              <a:t>Business &amp; Technical Impact</a:t>
            </a:r>
            <a:endParaRPr lang="en-IN" sz="3600">
              <a:latin typeface="Times New Roman"/>
              <a:cs typeface="Times New Roman"/>
            </a:endParaRPr>
          </a:p>
          <a:p>
            <a:r>
              <a:rPr lang="en-IN"/>
              <a:t>• </a:t>
            </a:r>
            <a:r>
              <a:rPr lang="en-IN">
                <a:solidFill>
                  <a:schemeClr val="accent2"/>
                </a:solidFill>
              </a:rPr>
              <a:t>Business value (efficiency, revenue, customer impact).</a:t>
            </a:r>
            <a:endParaRPr lang="en-IN">
              <a:solidFill>
                <a:schemeClr val="accent2"/>
              </a:solidFill>
              <a:cs typeface="Arial"/>
            </a:endParaRPr>
          </a:p>
          <a:p>
            <a:r>
              <a:rPr lang="en-IN">
                <a:solidFill>
                  <a:schemeClr val="accent2"/>
                </a:solidFill>
              </a:rPr>
              <a:t>• Technical innovation (automation, AI, integration).</a:t>
            </a:r>
            <a:endParaRPr lang="en-IN">
              <a:solidFill>
                <a:schemeClr val="accent2"/>
              </a:solidFill>
              <a:cs typeface="Arial"/>
            </a:endParaRPr>
          </a:p>
          <a:p>
            <a:r>
              <a:rPr lang="en-IN">
                <a:solidFill>
                  <a:schemeClr val="accent2"/>
                </a:solidFill>
              </a:rPr>
              <a:t>• Metrics or KPIs (if available).</a:t>
            </a:r>
            <a:endParaRPr lang="en-IN">
              <a:solidFill>
                <a:schemeClr val="accent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569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74643-E55C-9483-0A0D-311D8A35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991BB4-6730-51BC-BD88-10F75E4C2B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657D9-8D10-04EF-2531-22DE5D08B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68070"/>
            <a:ext cx="11125200" cy="646331"/>
          </a:xfrm>
        </p:spPr>
        <p:txBody>
          <a:bodyPr/>
          <a:lstStyle/>
          <a:p>
            <a:r>
              <a:rPr lang="en-IN"/>
              <a:t>Future Roadmap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D9DC6F-29D4-9591-6CF0-998D77405C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C3143-7663-28EB-0230-72293500CD22}"/>
              </a:ext>
            </a:extLst>
          </p:cNvPr>
          <p:cNvSpPr txBox="1"/>
          <p:nvPr/>
        </p:nvSpPr>
        <p:spPr>
          <a:xfrm>
            <a:off x="688622" y="190204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• </a:t>
            </a:r>
            <a:r>
              <a:rPr lang="en-IN">
                <a:solidFill>
                  <a:schemeClr val="accent2"/>
                </a:solidFill>
              </a:rPr>
              <a:t>How it can scale or be implemented.</a:t>
            </a:r>
          </a:p>
          <a:p>
            <a:r>
              <a:rPr lang="en-IN">
                <a:solidFill>
                  <a:schemeClr val="accent2"/>
                </a:solidFill>
              </a:rPr>
              <a:t>• Next steps after hackathon.</a:t>
            </a:r>
          </a:p>
          <a:p>
            <a:r>
              <a:rPr lang="en-IN">
                <a:solidFill>
                  <a:schemeClr val="accent2"/>
                </a:solidFill>
              </a:rPr>
              <a:t>• Vision for sustainability.</a:t>
            </a:r>
          </a:p>
        </p:txBody>
      </p:sp>
    </p:spTree>
    <p:extLst>
      <p:ext uri="{BB962C8B-B14F-4D97-AF65-F5344CB8AC3E}">
        <p14:creationId xmlns:p14="http://schemas.microsoft.com/office/powerpoint/2010/main" val="879414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391A6-3774-B51E-2131-A377409C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566EDC-D552-3577-38F3-BB2E53B7E3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EC54E-1B9A-59D8-F809-FF7710DF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68070"/>
            <a:ext cx="11125200" cy="646331"/>
          </a:xfrm>
        </p:spPr>
        <p:txBody>
          <a:bodyPr/>
          <a:lstStyle/>
          <a:p>
            <a:r>
              <a:rPr lang="en-IN"/>
              <a:t>Team Behind the Innovation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2645E24-1D32-15F4-C165-17DA24554B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AAAD2-D2A7-BF8E-C5CD-55DBE3E42184}"/>
              </a:ext>
            </a:extLst>
          </p:cNvPr>
          <p:cNvSpPr txBox="1"/>
          <p:nvPr/>
        </p:nvSpPr>
        <p:spPr>
          <a:xfrm>
            <a:off x="533400" y="1902044"/>
            <a:ext cx="609600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600">
                <a:solidFill>
                  <a:srgbClr val="00843D"/>
                </a:solidFill>
                <a:latin typeface="Times New Roman"/>
                <a:cs typeface="Times New Roman"/>
              </a:rPr>
              <a:t>Team Behind the Innovation</a:t>
            </a:r>
            <a:endParaRPr lang="en-IN" sz="3600">
              <a:latin typeface="Times New Roman"/>
              <a:cs typeface="Times New Roman"/>
            </a:endParaRPr>
          </a:p>
          <a:p>
            <a:r>
              <a:rPr lang="en-IN"/>
              <a:t>• </a:t>
            </a:r>
            <a:r>
              <a:rPr lang="en-IN">
                <a:solidFill>
                  <a:schemeClr val="accent2"/>
                </a:solidFill>
              </a:rPr>
              <a:t>Introduce your team creatively (photos, fun facts, roles).</a:t>
            </a:r>
            <a:endParaRPr lang="en-IN">
              <a:solidFill>
                <a:schemeClr val="accent2"/>
              </a:solidFill>
              <a:cs typeface="Arial"/>
            </a:endParaRPr>
          </a:p>
          <a:p>
            <a:r>
              <a:rPr lang="en-IN">
                <a:solidFill>
                  <a:schemeClr val="accent2"/>
                </a:solidFill>
              </a:rPr>
              <a:t>Tip: Show collaboration and diversity.</a:t>
            </a:r>
            <a:endParaRPr lang="en-IN">
              <a:solidFill>
                <a:schemeClr val="accent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7569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2BA-78D0-5039-80D9-ECF4F75D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24D795-106D-C4AD-B49E-13BA476E36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8E2E6-C757-2838-8576-F9F6983D7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68070"/>
            <a:ext cx="11125200" cy="646331"/>
          </a:xfrm>
        </p:spPr>
        <p:txBody>
          <a:bodyPr/>
          <a:lstStyle/>
          <a:p>
            <a:r>
              <a:rPr lang="en-IN"/>
              <a:t>Summary &amp; Call to Action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911EB7-3FA1-A74C-5B1B-D8A8E0AFD5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844B56-2D20-EB0C-21DD-F07705464C70}"/>
              </a:ext>
            </a:extLst>
          </p:cNvPr>
          <p:cNvSpPr txBox="1"/>
          <p:nvPr/>
        </p:nvSpPr>
        <p:spPr>
          <a:xfrm>
            <a:off x="914400" y="200744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• </a:t>
            </a:r>
            <a:r>
              <a:rPr lang="en-IN">
                <a:solidFill>
                  <a:schemeClr val="accent2"/>
                </a:solidFill>
              </a:rPr>
              <a:t>Key takeaways in 1-3 lines.</a:t>
            </a:r>
          </a:p>
          <a:p>
            <a:r>
              <a:rPr lang="en-IN">
                <a:solidFill>
                  <a:schemeClr val="accent2"/>
                </a:solidFill>
              </a:rPr>
              <a:t>• Closing message: Innovate. Build. Impact.</a:t>
            </a:r>
          </a:p>
          <a:p>
            <a:r>
              <a:rPr lang="en-IN">
                <a:solidFill>
                  <a:schemeClr val="accent2"/>
                </a:solidFill>
              </a:rPr>
              <a:t>• Thank you / Q&amp;A.</a:t>
            </a:r>
          </a:p>
        </p:txBody>
      </p:sp>
    </p:spTree>
    <p:extLst>
      <p:ext uri="{BB962C8B-B14F-4D97-AF65-F5344CB8AC3E}">
        <p14:creationId xmlns:p14="http://schemas.microsoft.com/office/powerpoint/2010/main" val="741578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163942"/>
      </p:ext>
    </p:extLst>
  </p:cSld>
  <p:clrMapOvr>
    <a:masterClrMapping/>
  </p:clrMapOvr>
</p:sld>
</file>

<file path=ppt/theme/theme1.xml><?xml version="1.0" encoding="utf-8"?>
<a:theme xmlns:a="http://schemas.openxmlformats.org/drawingml/2006/main" name="1) Cover Slide Graphic Layout">
  <a:themeElements>
    <a:clrScheme name="Cargill 2030">
      <a:dk1>
        <a:srgbClr val="03441F"/>
      </a:dk1>
      <a:lt1>
        <a:srgbClr val="FFFFFF"/>
      </a:lt1>
      <a:dk2>
        <a:srgbClr val="000000"/>
      </a:dk2>
      <a:lt2>
        <a:srgbClr val="F5F9ED"/>
      </a:lt2>
      <a:accent1>
        <a:srgbClr val="00843D"/>
      </a:accent1>
      <a:accent2>
        <a:srgbClr val="03441F"/>
      </a:accent2>
      <a:accent3>
        <a:srgbClr val="BDE588"/>
      </a:accent3>
      <a:accent4>
        <a:srgbClr val="003366"/>
      </a:accent4>
      <a:accent5>
        <a:srgbClr val="57D1FF"/>
      </a:accent5>
      <a:accent6>
        <a:srgbClr val="BCEDFF"/>
      </a:accent6>
      <a:hlink>
        <a:srgbClr val="0563C1"/>
      </a:hlink>
      <a:folHlink>
        <a:srgbClr val="954F72"/>
      </a:folHlink>
    </a:clrScheme>
    <a:fontScheme name="Cargill 2030 Cover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Rich Red Deep">
      <a:srgbClr val="9E2A2F"/>
    </a:custClr>
    <a:custClr name="Rich Red Mid">
      <a:srgbClr val="EA5062"/>
    </a:custClr>
    <a:custClr name="Rich Red Light">
      <a:srgbClr val="F7B9C0"/>
    </a:custClr>
    <a:custClr name="Bright Yellow Deep">
      <a:srgbClr val="FF7F4D"/>
    </a:custClr>
    <a:custClr name="Bright Yellow Mid">
      <a:srgbClr val="FFBC27"/>
    </a:custClr>
    <a:custClr name="Bright Yellow Light">
      <a:srgbClr val="FFD77D"/>
    </a:custClr>
    <a:custClr name="Sky Blue Deep">
      <a:srgbClr val="007681"/>
    </a:custClr>
    <a:custClr name="Sky Blue Mid">
      <a:srgbClr val="57D1FF"/>
    </a:custClr>
    <a:custClr name="Sky Blue Light">
      <a:srgbClr val="BCEDFF"/>
    </a:custClr>
    <a:custClr name="Vibrant Purple Deep">
      <a:srgbClr val="393380"/>
    </a:custClr>
    <a:custClr name="Vibrant Purple Mid">
      <a:srgbClr val="7166FF"/>
    </a:custClr>
    <a:custClr name="Vibrant Purple Light">
      <a:srgbClr val="C6C2FF"/>
    </a:custClr>
    <a:custClr name="Midnight Blue Deep">
      <a:srgbClr val="001A33"/>
    </a:custClr>
    <a:custClr name="Midnight Blue Mid">
      <a:srgbClr val="003366"/>
    </a:custClr>
    <a:custClr name="Midnight Blue Light">
      <a:srgbClr val="99ADC2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) Cover Single Color Layout">
  <a:themeElements>
    <a:clrScheme name="Cargill 2030">
      <a:dk1>
        <a:srgbClr val="03441F"/>
      </a:dk1>
      <a:lt1>
        <a:srgbClr val="FFFFFF"/>
      </a:lt1>
      <a:dk2>
        <a:srgbClr val="000000"/>
      </a:dk2>
      <a:lt2>
        <a:srgbClr val="F5F9ED"/>
      </a:lt2>
      <a:accent1>
        <a:srgbClr val="00843D"/>
      </a:accent1>
      <a:accent2>
        <a:srgbClr val="03441F"/>
      </a:accent2>
      <a:accent3>
        <a:srgbClr val="BDE588"/>
      </a:accent3>
      <a:accent4>
        <a:srgbClr val="003366"/>
      </a:accent4>
      <a:accent5>
        <a:srgbClr val="57D1FF"/>
      </a:accent5>
      <a:accent6>
        <a:srgbClr val="BCEDFF"/>
      </a:accent6>
      <a:hlink>
        <a:srgbClr val="0563C1"/>
      </a:hlink>
      <a:folHlink>
        <a:srgbClr val="954F72"/>
      </a:folHlink>
    </a:clrScheme>
    <a:fontScheme name="Cargill 2030 Slide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Rich Red Deep">
      <a:srgbClr val="9E2A2F"/>
    </a:custClr>
    <a:custClr name="Rich Red Mid">
      <a:srgbClr val="EA5062"/>
    </a:custClr>
    <a:custClr name="Rich Red Light">
      <a:srgbClr val="F7B9C0"/>
    </a:custClr>
    <a:custClr name="Bright Yellow Deep">
      <a:srgbClr val="FF7F4D"/>
    </a:custClr>
    <a:custClr name="Bright Yellow Mid">
      <a:srgbClr val="FFBC27"/>
    </a:custClr>
    <a:custClr name="Bright Yellow Light">
      <a:srgbClr val="FFD77D"/>
    </a:custClr>
    <a:custClr name="Sky Blue Deep">
      <a:srgbClr val="007681"/>
    </a:custClr>
    <a:custClr name="Sky Blue Mid">
      <a:srgbClr val="57D1FF"/>
    </a:custClr>
    <a:custClr name="Sky Blue Light">
      <a:srgbClr val="BCEDFF"/>
    </a:custClr>
    <a:custClr name="Vibrant Purple Deep">
      <a:srgbClr val="393380"/>
    </a:custClr>
    <a:custClr name="Vibrant Purple Mid">
      <a:srgbClr val="7166FF"/>
    </a:custClr>
    <a:custClr name="Vibrant Purple Light">
      <a:srgbClr val="C6C2FF"/>
    </a:custClr>
    <a:custClr name="Midnight Blue Deep">
      <a:srgbClr val="001A33"/>
    </a:custClr>
    <a:custClr name="Midnight Blue Mid">
      <a:srgbClr val="003366"/>
    </a:custClr>
    <a:custClr name="Midnight Blue Light">
      <a:srgbClr val="99ADC2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) Simple Transition Layout">
  <a:themeElements>
    <a:clrScheme name="Cargill 2030">
      <a:dk1>
        <a:srgbClr val="03441F"/>
      </a:dk1>
      <a:lt1>
        <a:srgbClr val="FFFFFF"/>
      </a:lt1>
      <a:dk2>
        <a:srgbClr val="000000"/>
      </a:dk2>
      <a:lt2>
        <a:srgbClr val="F5F9ED"/>
      </a:lt2>
      <a:accent1>
        <a:srgbClr val="00843D"/>
      </a:accent1>
      <a:accent2>
        <a:srgbClr val="03441F"/>
      </a:accent2>
      <a:accent3>
        <a:srgbClr val="BDE588"/>
      </a:accent3>
      <a:accent4>
        <a:srgbClr val="003366"/>
      </a:accent4>
      <a:accent5>
        <a:srgbClr val="57D1FF"/>
      </a:accent5>
      <a:accent6>
        <a:srgbClr val="BCEDFF"/>
      </a:accent6>
      <a:hlink>
        <a:srgbClr val="0563C1"/>
      </a:hlink>
      <a:folHlink>
        <a:srgbClr val="954F72"/>
      </a:folHlink>
    </a:clrScheme>
    <a:fontScheme name="Cargill 2030 Cover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Rich Red Deep">
      <a:srgbClr val="9E2A2F"/>
    </a:custClr>
    <a:custClr name="Rich Red Mid">
      <a:srgbClr val="EA5062"/>
    </a:custClr>
    <a:custClr name="Rich Red Light">
      <a:srgbClr val="F7B9C0"/>
    </a:custClr>
    <a:custClr name="Bright Yellow Deep">
      <a:srgbClr val="FF7F4D"/>
    </a:custClr>
    <a:custClr name="Bright Yellow Mid">
      <a:srgbClr val="FFBC27"/>
    </a:custClr>
    <a:custClr name="Bright Yellow Light">
      <a:srgbClr val="FFD77D"/>
    </a:custClr>
    <a:custClr name="Sky Blue Deep">
      <a:srgbClr val="007681"/>
    </a:custClr>
    <a:custClr name="Sky Blue Mid">
      <a:srgbClr val="57D1FF"/>
    </a:custClr>
    <a:custClr name="Sky Blue Light">
      <a:srgbClr val="BCEDFF"/>
    </a:custClr>
    <a:custClr name="Vibrant Purple Deep">
      <a:srgbClr val="393380"/>
    </a:custClr>
    <a:custClr name="Vibrant Purple Mid">
      <a:srgbClr val="7166FF"/>
    </a:custClr>
    <a:custClr name="Vibrant Purple Light">
      <a:srgbClr val="C6C2FF"/>
    </a:custClr>
    <a:custClr name="Midnight Blue Deep">
      <a:srgbClr val="001A33"/>
    </a:custClr>
    <a:custClr name="Midnight Blue Mid">
      <a:srgbClr val="003366"/>
    </a:custClr>
    <a:custClr name="Midnight Blue Light">
      <a:srgbClr val="99ADC2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) Agenda Layout">
  <a:themeElements>
    <a:clrScheme name="Cargill 2030">
      <a:dk1>
        <a:srgbClr val="03441F"/>
      </a:dk1>
      <a:lt1>
        <a:srgbClr val="FFFFFF"/>
      </a:lt1>
      <a:dk2>
        <a:srgbClr val="000000"/>
      </a:dk2>
      <a:lt2>
        <a:srgbClr val="F5F9ED"/>
      </a:lt2>
      <a:accent1>
        <a:srgbClr val="00843D"/>
      </a:accent1>
      <a:accent2>
        <a:srgbClr val="03441F"/>
      </a:accent2>
      <a:accent3>
        <a:srgbClr val="BDE588"/>
      </a:accent3>
      <a:accent4>
        <a:srgbClr val="003366"/>
      </a:accent4>
      <a:accent5>
        <a:srgbClr val="57D1FF"/>
      </a:accent5>
      <a:accent6>
        <a:srgbClr val="BCEDFF"/>
      </a:accent6>
      <a:hlink>
        <a:srgbClr val="0563C1"/>
      </a:hlink>
      <a:folHlink>
        <a:srgbClr val="954F72"/>
      </a:folHlink>
    </a:clrScheme>
    <a:fontScheme name="Cargill 2030 Slide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Rich Red Deep">
      <a:srgbClr val="9E2A2F"/>
    </a:custClr>
    <a:custClr name="Rich Red Mid">
      <a:srgbClr val="EA5062"/>
    </a:custClr>
    <a:custClr name="Rich Red Light">
      <a:srgbClr val="F7B9C0"/>
    </a:custClr>
    <a:custClr name="Bright Yellow Deep">
      <a:srgbClr val="FF7F4D"/>
    </a:custClr>
    <a:custClr name="Bright Yellow Mid">
      <a:srgbClr val="FFBC27"/>
    </a:custClr>
    <a:custClr name="Bright Yellow Light">
      <a:srgbClr val="FFD77D"/>
    </a:custClr>
    <a:custClr name="Sky Blue Deep">
      <a:srgbClr val="007681"/>
    </a:custClr>
    <a:custClr name="Sky Blue Mid">
      <a:srgbClr val="57D1FF"/>
    </a:custClr>
    <a:custClr name="Sky Blue Light">
      <a:srgbClr val="BCEDFF"/>
    </a:custClr>
    <a:custClr name="Vibrant Purple Deep">
      <a:srgbClr val="393380"/>
    </a:custClr>
    <a:custClr name="Vibrant Purple Mid">
      <a:srgbClr val="7166FF"/>
    </a:custClr>
    <a:custClr name="Vibrant Purple Light">
      <a:srgbClr val="C6C2FF"/>
    </a:custClr>
    <a:custClr name="Midnight Blue Deep">
      <a:srgbClr val="001A33"/>
    </a:custClr>
    <a:custClr name="Midnight Blue Mid">
      <a:srgbClr val="003366"/>
    </a:custClr>
    <a:custClr name="Midnight Blue Light">
      <a:srgbClr val="99ADC2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9) Content Layouts">
  <a:themeElements>
    <a:clrScheme name="Cargill 2030">
      <a:dk1>
        <a:srgbClr val="000000"/>
      </a:dk1>
      <a:lt1>
        <a:srgbClr val="FFFFFF"/>
      </a:lt1>
      <a:dk2>
        <a:srgbClr val="03441F"/>
      </a:dk2>
      <a:lt2>
        <a:srgbClr val="F5F9ED"/>
      </a:lt2>
      <a:accent1>
        <a:srgbClr val="00843D"/>
      </a:accent1>
      <a:accent2>
        <a:srgbClr val="03441F"/>
      </a:accent2>
      <a:accent3>
        <a:srgbClr val="BDE588"/>
      </a:accent3>
      <a:accent4>
        <a:srgbClr val="003366"/>
      </a:accent4>
      <a:accent5>
        <a:srgbClr val="57D1FF"/>
      </a:accent5>
      <a:accent6>
        <a:srgbClr val="BCEDFF"/>
      </a:accent6>
      <a:hlink>
        <a:srgbClr val="0563C1"/>
      </a:hlink>
      <a:folHlink>
        <a:srgbClr val="954F72"/>
      </a:folHlink>
    </a:clrScheme>
    <a:fontScheme name="Cargill 2030 Slide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Rich Red Deep">
      <a:srgbClr val="9E2A2F"/>
    </a:custClr>
    <a:custClr name="Rich Red Mid">
      <a:srgbClr val="EA5062"/>
    </a:custClr>
    <a:custClr name="Rich Red Light">
      <a:srgbClr val="F7B9C0"/>
    </a:custClr>
    <a:custClr name="Bright Yellow Deep">
      <a:srgbClr val="FF7F4D"/>
    </a:custClr>
    <a:custClr name="Bright Yellow Mid">
      <a:srgbClr val="FFBC27"/>
    </a:custClr>
    <a:custClr name="Bright Yellow Light">
      <a:srgbClr val="FFD77D"/>
    </a:custClr>
    <a:custClr name="Sky Blue Deep">
      <a:srgbClr val="007681"/>
    </a:custClr>
    <a:custClr name="Sky Blue Mid">
      <a:srgbClr val="57D1FF"/>
    </a:custClr>
    <a:custClr name="Sky Blue Light">
      <a:srgbClr val="BCEDFF"/>
    </a:custClr>
    <a:custClr name="Vibrant Purple Deep">
      <a:srgbClr val="393380"/>
    </a:custClr>
    <a:custClr name="Vibrant Purple Mid">
      <a:srgbClr val="7166FF"/>
    </a:custClr>
    <a:custClr name="Vibrant Purple Light">
      <a:srgbClr val="C6C2FF"/>
    </a:custClr>
    <a:custClr name="Midnight Blue Deep">
      <a:srgbClr val="001A33"/>
    </a:custClr>
    <a:custClr name="Midnight Blue Mid">
      <a:srgbClr val="003366"/>
    </a:custClr>
    <a:custClr name="Midnight Blue Light">
      <a:srgbClr val="99ADC2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1) Closing Layout">
  <a:themeElements>
    <a:clrScheme name="Cargill 2030">
      <a:dk1>
        <a:srgbClr val="03441F"/>
      </a:dk1>
      <a:lt1>
        <a:srgbClr val="FFFFFF"/>
      </a:lt1>
      <a:dk2>
        <a:srgbClr val="000000"/>
      </a:dk2>
      <a:lt2>
        <a:srgbClr val="F5F9ED"/>
      </a:lt2>
      <a:accent1>
        <a:srgbClr val="00843D"/>
      </a:accent1>
      <a:accent2>
        <a:srgbClr val="03441F"/>
      </a:accent2>
      <a:accent3>
        <a:srgbClr val="BDE588"/>
      </a:accent3>
      <a:accent4>
        <a:srgbClr val="003366"/>
      </a:accent4>
      <a:accent5>
        <a:srgbClr val="57D1FF"/>
      </a:accent5>
      <a:accent6>
        <a:srgbClr val="BCEDFF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Rich Red Deep">
      <a:srgbClr val="9E2A2F"/>
    </a:custClr>
    <a:custClr name="Rich Red Mid">
      <a:srgbClr val="EA5062"/>
    </a:custClr>
    <a:custClr name="Rich Red Light">
      <a:srgbClr val="F7B9C0"/>
    </a:custClr>
    <a:custClr name="Bright Yellow Deep">
      <a:srgbClr val="FF7F4D"/>
    </a:custClr>
    <a:custClr name="Bright Yellow Mid">
      <a:srgbClr val="FFBC27"/>
    </a:custClr>
    <a:custClr name="Bright Yellow Light">
      <a:srgbClr val="FFD77D"/>
    </a:custClr>
    <a:custClr name="Sky Blue Deep">
      <a:srgbClr val="007681"/>
    </a:custClr>
    <a:custClr name="Sky Blue Mid">
      <a:srgbClr val="57D1FF"/>
    </a:custClr>
    <a:custClr name="Sky Blue Light">
      <a:srgbClr val="BCEDFF"/>
    </a:custClr>
    <a:custClr name="Vibrant Purple Deep">
      <a:srgbClr val="393380"/>
    </a:custClr>
    <a:custClr name="Vibrant Purple Mid">
      <a:srgbClr val="7166FF"/>
    </a:custClr>
    <a:custClr name="Vibrant Purple Light">
      <a:srgbClr val="C6C2FF"/>
    </a:custClr>
    <a:custClr name="Midnight Blue Deep">
      <a:srgbClr val="001A33"/>
    </a:custClr>
    <a:custClr name="Midnight Blue Mid">
      <a:srgbClr val="003366"/>
    </a:custClr>
    <a:custClr name="Midnight Blue Light">
      <a:srgbClr val="99ADC2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Rich Red Deep">
      <a:srgbClr val="9E2A2F"/>
    </a:custClr>
    <a:custClr name="Rich Red Mid">
      <a:srgbClr val="EA5062"/>
    </a:custClr>
    <a:custClr name="Rich Red Light">
      <a:srgbClr val="F7B9C0"/>
    </a:custClr>
    <a:custClr name="Bright Yellow Deep">
      <a:srgbClr val="FF7F4D"/>
    </a:custClr>
    <a:custClr name="Bright Yellow Mid">
      <a:srgbClr val="FFBC27"/>
    </a:custClr>
    <a:custClr name="Bright Yellow Light">
      <a:srgbClr val="FFD77D"/>
    </a:custClr>
    <a:custClr name="Sky Blue Deep">
      <a:srgbClr val="007681"/>
    </a:custClr>
    <a:custClr name="Sky Blue Mid">
      <a:srgbClr val="57D1FF"/>
    </a:custClr>
    <a:custClr name="Sky Blue Light">
      <a:srgbClr val="BCEDFF"/>
    </a:custClr>
    <a:custClr name="Vibrant Purple Deep">
      <a:srgbClr val="393380"/>
    </a:custClr>
    <a:custClr name="Vibrant Purple Mid">
      <a:srgbClr val="7166FF"/>
    </a:custClr>
    <a:custClr name="Vibrant Purple Light">
      <a:srgbClr val="C6C2FF"/>
    </a:custClr>
    <a:custClr name="Midnight Blue Deep">
      <a:srgbClr val="001A33"/>
    </a:custClr>
    <a:custClr name="Midnight Blue Mid">
      <a:srgbClr val="003366"/>
    </a:custClr>
    <a:custClr name="Midnight Blue Light">
      <a:srgbClr val="99ADC2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Rich Red Deep">
      <a:srgbClr val="9E2A2F"/>
    </a:custClr>
    <a:custClr name="Rich Red Mid">
      <a:srgbClr val="EA5062"/>
    </a:custClr>
    <a:custClr name="Rich Red Light">
      <a:srgbClr val="F7B9C0"/>
    </a:custClr>
    <a:custClr name="Bright Yellow Deep">
      <a:srgbClr val="FF7F4D"/>
    </a:custClr>
    <a:custClr name="Bright Yellow Mid">
      <a:srgbClr val="FFBC27"/>
    </a:custClr>
    <a:custClr name="Bright Yellow Light">
      <a:srgbClr val="FFD77D"/>
    </a:custClr>
    <a:custClr name="Sky Blue Deep">
      <a:srgbClr val="007681"/>
    </a:custClr>
    <a:custClr name="Sky Blue Mid">
      <a:srgbClr val="57D1FF"/>
    </a:custClr>
    <a:custClr name="Sky Blue Light">
      <a:srgbClr val="BCEDFF"/>
    </a:custClr>
    <a:custClr name="Vibrant Purple Deep">
      <a:srgbClr val="393380"/>
    </a:custClr>
    <a:custClr name="Vibrant Purple Mid">
      <a:srgbClr val="7166FF"/>
    </a:custClr>
    <a:custClr name="Vibrant Purple Light">
      <a:srgbClr val="C6C2FF"/>
    </a:custClr>
    <a:custClr name="Midnight Blue Deep">
      <a:srgbClr val="001A33"/>
    </a:custClr>
    <a:custClr name="Midnight Blue Mid">
      <a:srgbClr val="003366"/>
    </a:custClr>
    <a:custClr name="Midnight Blue Light">
      <a:srgbClr val="99ADC2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VariableList UniqueId="f58b4700-ecd3-4f9a-a186-ba8aad603ab1" Name="System" ContentType="XML" MajorVersion="0" MinorVersion="1" isLocalCopy="False" IsBaseObject="False" DataSourceId="12edb699-614b-4281-a20e-a7dbd7fb3472" DataSourceMajorVersion="0" DataSourceMinorVersion="1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635285E422B444AF334C9266936D3B" ma:contentTypeVersion="3" ma:contentTypeDescription="Create a new document." ma:contentTypeScope="" ma:versionID="d23c0d4789cdb2beab4b19f899a11cc1">
  <xsd:schema xmlns:xsd="http://www.w3.org/2001/XMLSchema" xmlns:xs="http://www.w3.org/2001/XMLSchema" xmlns:p="http://schemas.microsoft.com/office/2006/metadata/properties" xmlns:ns2="896d0b84-0113-4367-8204-c5a82179181d" targetNamespace="http://schemas.microsoft.com/office/2006/metadata/properties" ma:root="true" ma:fieldsID="3019d2628877693d31cb8a163abd8e5f" ns2:_="">
    <xsd:import namespace="896d0b84-0113-4367-8204-c5a8217918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6d0b84-0113-4367-8204-c5a8217918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VariableList UniqueId="e3aa0556-318f-4cbd-9562-aa74ac30ffa7" Name="AD_HOC" ContentType="XML" MajorVersion="0" MinorVersion="1" isLocalCopy="False" IsBaseObject="False" DataSourceId="cba00697-9b16-43cd-801f-3eea4e32787d" DataSourceMajorVersion="0" DataSourceMinorVersion="1"/>
</file>

<file path=customXml/item6.xml><?xml version="1.0" encoding="utf-8"?>
<VariableList UniqueId="fc261583-9a1c-4bda-a22c-21331ea78bd9" Name="Computed" ContentType="XML" MajorVersion="0" MinorVersion="1" isLocalCopy="False" IsBaseObject="False" DataSourceId="fd293dac-0879-421c-a768-cfb9756f80eb" DataSourceMajorVersion="0" DataSourceMinorVersion="1"/>
</file>

<file path=customXml/item7.xml><?xml version="1.0" encoding="utf-8"?>
<VariableListDefinition name="System" displayName="System" id="f58b4700-ecd3-4f9a-a186-ba8aad603ab1" isdomainofvalue="False" dataSourceId="12edb699-614b-4281-a20e-a7dbd7fb3472"/>
</file>

<file path=customXml/item8.xml><?xml version="1.0" encoding="utf-8"?>
<VariableListDefinition name="AD_HOC" displayName="AD_HOC" id="e3aa0556-318f-4cbd-9562-aa74ac30ffa7" isdomainofvalue="False" dataSourceId="cba00697-9b16-43cd-801f-3eea4e32787d"/>
</file>

<file path=customXml/item9.xml><?xml version="1.0" encoding="utf-8"?>
<VariableListDefinition name="Computed" displayName="Computed" id="fc261583-9a1c-4bda-a22c-21331ea78bd9" isdomainofvalue="False" dataSourceId="fd293dac-0879-421c-a768-cfb9756f80eb"/>
</file>

<file path=customXml/item10.xml><?xml version="1.0" encoding="utf-8"?>
<AllExternalAdhocVariableMappings/>
</file>

<file path=customXml/itemProps1.xml><?xml version="1.0" encoding="utf-8"?>
<ds:datastoreItem xmlns:ds="http://schemas.openxmlformats.org/officeDocument/2006/customXml" ds:itemID="{7C66A18F-5D2A-4799-9F8F-90793222BC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0A6D23-366C-44CC-ABC7-866D51D602F2}">
  <ds:schemaRefs>
    <ds:schemaRef ds:uri="896d0b84-0113-4367-8204-c5a82179181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2FBF46E-969D-43AC-8280-FE4A5F28D6A9}">
  <ds:schemaRefs/>
</ds:datastoreItem>
</file>

<file path=customXml/itemProps4.xml><?xml version="1.0" encoding="utf-8"?>
<ds:datastoreItem xmlns:ds="http://schemas.openxmlformats.org/officeDocument/2006/customXml" ds:itemID="{6FC28FCD-A6FC-4A3E-ACCC-9809EED822BA}">
  <ds:schemaRefs>
    <ds:schemaRef ds:uri="896d0b84-0113-4367-8204-c5a82179181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66CE5828-C0E6-40F3-80D6-7140178D4241}">
  <ds:schemaRefs/>
</ds:datastoreItem>
</file>

<file path=customXml/itemProps6.xml><?xml version="1.0" encoding="utf-8"?>
<ds:datastoreItem xmlns:ds="http://schemas.openxmlformats.org/officeDocument/2006/customXml" ds:itemID="{D4B1E560-4D2D-4414-AA1B-B85ADBAB896E}">
  <ds:schemaRefs/>
</ds:datastoreItem>
</file>

<file path=customXml/itemProps7.xml><?xml version="1.0" encoding="utf-8"?>
<ds:datastoreItem xmlns:ds="http://schemas.openxmlformats.org/officeDocument/2006/customXml" ds:itemID="{5A589C16-23CD-4BA3-B7A5-DDDF673427B8}">
  <ds:schemaRefs/>
</ds:datastoreItem>
</file>

<file path=customXml/itemProps8.xml><?xml version="1.0" encoding="utf-8"?>
<ds:datastoreItem xmlns:ds="http://schemas.openxmlformats.org/officeDocument/2006/customXml" ds:itemID="{C7248E6C-867E-48F0-971B-8D6DD2435AAC}">
  <ds:schemaRefs/>
</ds:datastoreItem>
</file>

<file path=customXml/itemProps9.xml><?xml version="1.0" encoding="utf-8"?>
<ds:datastoreItem xmlns:ds="http://schemas.openxmlformats.org/officeDocument/2006/customXml" ds:itemID="{A202549E-FC9E-42C2-8491-158F3743574C}">
  <ds:schemaRefs/>
</ds:datastoreItem>
</file>

<file path=customXml/itemProps10.xml><?xml version="1.0" encoding="utf-8"?>
<ds:datastoreItem xmlns:ds="http://schemas.openxmlformats.org/officeDocument/2006/customXml" ds:itemID="{55C96B7D-B2C0-4075-855E-C312B05241B8}">
  <ds:schemaRefs/>
</ds:datastoreItem>
</file>

<file path=docMetadata/LabelInfo.xml><?xml version="1.0" encoding="utf-8"?>
<clbl:labelList xmlns:clbl="http://schemas.microsoft.com/office/2020/mipLabelMetadata">
  <clbl:label id="{ba9c6bc5-92dc-4cf8-8aa7-3508258fbd06}" enabled="1" method="Standard" siteId="{57368c21-b8cf-42cf-bd0b-43ecd4bc62a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1) Cover Slide Graphic Layout</vt:lpstr>
      <vt:lpstr>4) Cover Single Color Layout</vt:lpstr>
      <vt:lpstr>6) Simple Transition Layout</vt:lpstr>
      <vt:lpstr>7) Agenda Layout</vt:lpstr>
      <vt:lpstr>9) Content Layouts</vt:lpstr>
      <vt:lpstr>11) Closing Layout</vt:lpstr>
      <vt:lpstr>DT&amp;D Bangalore Hackathon</vt:lpstr>
      <vt:lpstr>&lt;&lt; Idea Title&gt;&gt;&gt;</vt:lpstr>
      <vt:lpstr>Agenda</vt:lpstr>
      <vt:lpstr>Problem Statement</vt:lpstr>
      <vt:lpstr>Idea Overview / Novelty</vt:lpstr>
      <vt:lpstr>Solution Approach</vt:lpstr>
      <vt:lpstr>Demo / Prototype</vt:lpstr>
      <vt:lpstr>Business &amp; Technical Impact</vt:lpstr>
      <vt:lpstr>Future Roadmap</vt:lpstr>
      <vt:lpstr>Team Behind the Innovation</vt:lpstr>
      <vt:lpstr>Summary &amp; Call to Action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Cargill, Inc.</dc:title>
  <dc:creator>Glendon_Taylor@cargill.com</dc:creator>
  <cp:revision>1</cp:revision>
  <cp:lastPrinted>2024-10-28T14:06:05Z</cp:lastPrinted>
  <dcterms:created xsi:type="dcterms:W3CDTF">2016-04-18T22:13:42Z</dcterms:created>
  <dcterms:modified xsi:type="dcterms:W3CDTF">2025-11-28T10:59:25Z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94652c8f-abd2-4216-8204-586f60d023cc</vt:lpwstr>
  </property>
  <property fmtid="{D5CDD505-2E9C-101B-9397-08002B2CF9AE}" pid="3" name="Access">
    <vt:lpwstr/>
  </property>
  <property fmtid="{D5CDD505-2E9C-101B-9397-08002B2CF9AE}" pid="4" name="MediaServiceImageTags">
    <vt:lpwstr/>
  </property>
  <property fmtid="{D5CDD505-2E9C-101B-9397-08002B2CF9AE}" pid="5" name="TaxKeyword">
    <vt:lpwstr/>
  </property>
  <property fmtid="{D5CDD505-2E9C-101B-9397-08002B2CF9AE}" pid="6" name="ContentTypeId">
    <vt:lpwstr>0x010100B9635285E422B444AF334C9266936D3B</vt:lpwstr>
  </property>
  <property fmtid="{D5CDD505-2E9C-101B-9397-08002B2CF9AE}" pid="7" name="ClassificationContentMarkingFooterLocations">
    <vt:lpwstr>1) Cover Slide Graphic Layout:3\4) Cover Single Color Layout:3\6) Simple Transition Layout:3\7) Agenda Layout:3\9) Content Layouts:3\11) Closing Layout:3</vt:lpwstr>
  </property>
  <property fmtid="{D5CDD505-2E9C-101B-9397-08002B2CF9AE}" pid="8" name="ClassificationContentMarkingFooterText">
    <vt:lpwstr>Confidential - Internal</vt:lpwstr>
  </property>
</Properties>
</file>